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Catamaran"/>
      <p:regular r:id="rId13"/>
      <p:bold r:id="rId14"/>
    </p:embeddedFont>
    <p:embeddedFont>
      <p:font typeface="Jost"/>
      <p:regular r:id="rId15"/>
      <p:bold r:id="rId16"/>
      <p:italic r:id="rId17"/>
      <p:boldItalic r:id="rId18"/>
    </p:embeddedFont>
    <p:embeddedFont>
      <p:font typeface="Wix Madefor Display"/>
      <p:regular r:id="rId19"/>
      <p:bold r:id="rId20"/>
    </p:embeddedFont>
    <p:embeddedFont>
      <p:font typeface="Work Sans Black"/>
      <p:bold r:id="rId21"/>
      <p:boldItalic r:id="rId22"/>
    </p:embeddedFont>
    <p:embeddedFont>
      <p:font typeface="Work Sans ExtraBold"/>
      <p:bold r:id="rId23"/>
      <p:boldItalic r:id="rId24"/>
    </p:embeddedFont>
    <p:embeddedFont>
      <p:font typeface="Work Sans SemiBold"/>
      <p:regular r:id="rId25"/>
      <p:bold r:id="rId26"/>
      <p:italic r:id="rId27"/>
      <p:boldItalic r:id="rId28"/>
    </p:embeddedFont>
    <p:embeddedFont>
      <p:font typeface="Work Sans"/>
      <p:regular r:id="rId29"/>
      <p:bold r:id="rId30"/>
      <p:italic r:id="rId31"/>
      <p:boldItalic r:id="rId32"/>
    </p:embeddedFont>
    <p:embeddedFont>
      <p:font typeface="Jost Medium"/>
      <p:regular r:id="rId33"/>
      <p:bold r:id="rId34"/>
      <p:italic r:id="rId35"/>
      <p:boldItalic r:id="rId36"/>
    </p:embeddedFont>
    <p:embeddedFont>
      <p:font typeface="Wix Madefor Display SemiBold"/>
      <p:regular r:id="rId37"/>
      <p:bold r:id="rId38"/>
    </p:embeddedFont>
    <p:embeddedFont>
      <p:font typeface="Wix Madefor Display ExtraBold"/>
      <p:bold r:id="rId39"/>
    </p:embeddedFont>
    <p:embeddedFont>
      <p:font typeface="Jost Black"/>
      <p:bold r:id="rId40"/>
      <p:boldItalic r:id="rId41"/>
    </p:embeddedFont>
    <p:embeddedFont>
      <p:font typeface="Catamaran Light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C3C4FA-F288-4CF1-B493-564A4904BD77}">
  <a:tblStyle styleId="{50C3C4FA-F288-4CF1-B493-564A4904BD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tBlack-bold.fntdata"/><Relationship Id="rId42" Type="http://schemas.openxmlformats.org/officeDocument/2006/relationships/font" Target="fonts/CatamaranLight-regular.fntdata"/><Relationship Id="rId41" Type="http://schemas.openxmlformats.org/officeDocument/2006/relationships/font" Target="fonts/JostBlack-boldItalic.fntdata"/><Relationship Id="rId43" Type="http://schemas.openxmlformats.org/officeDocument/2006/relationships/font" Target="fonts/Catamaran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-italic.fntdata"/><Relationship Id="rId30" Type="http://schemas.openxmlformats.org/officeDocument/2006/relationships/font" Target="fonts/WorkSans-bold.fntdata"/><Relationship Id="rId33" Type="http://schemas.openxmlformats.org/officeDocument/2006/relationships/font" Target="fonts/JostMedium-regular.fntdata"/><Relationship Id="rId32" Type="http://schemas.openxmlformats.org/officeDocument/2006/relationships/font" Target="fonts/WorkSans-boldItalic.fntdata"/><Relationship Id="rId35" Type="http://schemas.openxmlformats.org/officeDocument/2006/relationships/font" Target="fonts/JostMedium-italic.fntdata"/><Relationship Id="rId34" Type="http://schemas.openxmlformats.org/officeDocument/2006/relationships/font" Target="fonts/JostMedium-bold.fntdata"/><Relationship Id="rId37" Type="http://schemas.openxmlformats.org/officeDocument/2006/relationships/font" Target="fonts/WixMadeforDisplaySemiBold-regular.fntdata"/><Relationship Id="rId36" Type="http://schemas.openxmlformats.org/officeDocument/2006/relationships/font" Target="fonts/JostMedium-boldItalic.fntdata"/><Relationship Id="rId39" Type="http://schemas.openxmlformats.org/officeDocument/2006/relationships/font" Target="fonts/WixMadeforDisplayExtraBold-bold.fntdata"/><Relationship Id="rId38" Type="http://schemas.openxmlformats.org/officeDocument/2006/relationships/font" Target="fonts/WixMadeforDisplaySemiBold-bold.fntdata"/><Relationship Id="rId20" Type="http://schemas.openxmlformats.org/officeDocument/2006/relationships/font" Target="fonts/WixMadeforDisplay-bold.fntdata"/><Relationship Id="rId22" Type="http://schemas.openxmlformats.org/officeDocument/2006/relationships/font" Target="fonts/WorkSansBlack-boldItalic.fntdata"/><Relationship Id="rId21" Type="http://schemas.openxmlformats.org/officeDocument/2006/relationships/font" Target="fonts/WorkSansBlack-bold.fntdata"/><Relationship Id="rId24" Type="http://schemas.openxmlformats.org/officeDocument/2006/relationships/font" Target="fonts/WorkSansExtraBold-boldItalic.fntdata"/><Relationship Id="rId23" Type="http://schemas.openxmlformats.org/officeDocument/2006/relationships/font" Target="fonts/WorkSansExtraBold-bold.fntdata"/><Relationship Id="rId26" Type="http://schemas.openxmlformats.org/officeDocument/2006/relationships/font" Target="fonts/WorkSansSemiBold-bold.fntdata"/><Relationship Id="rId25" Type="http://schemas.openxmlformats.org/officeDocument/2006/relationships/font" Target="fonts/WorkSansSemiBold-regular.fntdata"/><Relationship Id="rId28" Type="http://schemas.openxmlformats.org/officeDocument/2006/relationships/font" Target="fonts/WorkSansSemiBold-boldItalic.fntdata"/><Relationship Id="rId27" Type="http://schemas.openxmlformats.org/officeDocument/2006/relationships/font" Target="fonts/WorkSansSemiBold-italic.fntdata"/><Relationship Id="rId29" Type="http://schemas.openxmlformats.org/officeDocument/2006/relationships/font" Target="fonts/WorkSan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Catamaran-regular.fntdata"/><Relationship Id="rId12" Type="http://schemas.openxmlformats.org/officeDocument/2006/relationships/slide" Target="slides/slide6.xml"/><Relationship Id="rId15" Type="http://schemas.openxmlformats.org/officeDocument/2006/relationships/font" Target="fonts/Jost-regular.fntdata"/><Relationship Id="rId14" Type="http://schemas.openxmlformats.org/officeDocument/2006/relationships/font" Target="fonts/Catamaran-bold.fntdata"/><Relationship Id="rId17" Type="http://schemas.openxmlformats.org/officeDocument/2006/relationships/font" Target="fonts/Jost-italic.fntdata"/><Relationship Id="rId16" Type="http://schemas.openxmlformats.org/officeDocument/2006/relationships/font" Target="fonts/Jost-bold.fntdata"/><Relationship Id="rId19" Type="http://schemas.openxmlformats.org/officeDocument/2006/relationships/font" Target="fonts/WixMadeforDisplay-regular.fntdata"/><Relationship Id="rId18" Type="http://schemas.openxmlformats.org/officeDocument/2006/relationships/font" Target="fonts/Jos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6528304343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6528304343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cc2e0776ea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cc2e0776ea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93570882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93570882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93570882d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93570882d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cc2e0776ea_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cc2e0776ea_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30055" l="0" r="20692" t="0"/>
          <a:stretch/>
        </p:blipFill>
        <p:spPr>
          <a:xfrm>
            <a:off x="2565725" y="2766775"/>
            <a:ext cx="6578273" cy="23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12808" r="0" t="18274"/>
          <a:stretch/>
        </p:blipFill>
        <p:spPr>
          <a:xfrm>
            <a:off x="0" y="0"/>
            <a:ext cx="2189200" cy="20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5141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514150" y="3897525"/>
            <a:ext cx="67884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Jost Medium"/>
              <a:buNone/>
              <a:defRPr sz="37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pic>
        <p:nvPicPr>
          <p:cNvPr id="16" name="Google Shape;16;p2" title="2_SC-DEGRADADO NEGATIV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111" y="150538"/>
            <a:ext cx="1290575" cy="1047325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3900000" dist="19050">
              <a:srgbClr val="000000">
                <a:alpha val="31000"/>
              </a:srgbClr>
            </a:outerShdw>
          </a:effectLst>
        </p:spPr>
      </p:pic>
      <p:sp>
        <p:nvSpPr>
          <p:cNvPr id="17" name="Google Shape;17;p2"/>
          <p:cNvSpPr/>
          <p:nvPr/>
        </p:nvSpPr>
        <p:spPr>
          <a:xfrm rot="3484499">
            <a:off x="191525" y="4388839"/>
            <a:ext cx="634823" cy="634823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5">
            <a:alphaModFix/>
          </a:blip>
          <a:srcRect b="-6281" l="29815" r="0" t="0"/>
          <a:stretch/>
        </p:blipFill>
        <p:spPr>
          <a:xfrm rot="10800000">
            <a:off x="7527500" y="-30072"/>
            <a:ext cx="1616501" cy="2449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35610" l="-16734" r="-17783" t="-16726"/>
          <a:stretch/>
        </p:blipFill>
        <p:spPr>
          <a:xfrm>
            <a:off x="7060238" y="3606825"/>
            <a:ext cx="2627877" cy="158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F72B0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 title="Curva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047550" y="3875325"/>
            <a:ext cx="67884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Jost Medium"/>
              <a:buNone/>
              <a:defRPr sz="37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27" name="Google Shape;27;p3" title="5_SC-BLANC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86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bg>
      <p:bgPr>
        <a:solidFill>
          <a:srgbClr val="00007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 title="Curv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047550" y="3891675"/>
            <a:ext cx="6788400" cy="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Jost Medium"/>
              <a:buNone/>
              <a:defRPr sz="37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000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5" name="Google Shape;35;p4" title="2_SC-DEGRADADO NEGATIV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11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">
  <p:cSld name="TITLE_1_1_2">
    <p:bg>
      <p:bgPr>
        <a:solidFill>
          <a:srgbClr val="00004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Jost Medium"/>
              <a:buNone/>
              <a:defRPr sz="58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">
  <p:cSld name="TITLE_1_1_2_1">
    <p:bg>
      <p:bgPr>
        <a:solidFill>
          <a:srgbClr val="00004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Jost Medium"/>
              <a:buNone/>
              <a:defRPr sz="58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17A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6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">
  <p:cSld name="TITLE_1_1_2_1_1">
    <p:bg>
      <p:bgPr>
        <a:solidFill>
          <a:srgbClr val="00004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Jost Medium"/>
              <a:buNone/>
              <a:defRPr sz="58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7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72B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5" name="Google Shape;55;p7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 1">
  <p:cSld name="TITLE_1_1_2_1_1_1">
    <p:bg>
      <p:bgPr>
        <a:solidFill>
          <a:srgbClr val="00004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Jost Medium"/>
              <a:buNone/>
              <a:defRPr sz="58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89ED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1" name="Google Shape;61;p8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8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 1 1">
  <p:cSld name="TITLE_1_1_2_1_1_1_1">
    <p:bg>
      <p:bgPr>
        <a:solidFill>
          <a:srgbClr val="E1EDF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6200"/>
              <a:buNone/>
              <a:defRPr sz="62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C"/>
              </a:buClr>
              <a:buSzPts val="5800"/>
              <a:buFont typeface="Jost Medium"/>
              <a:buNone/>
              <a:defRPr sz="58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9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89ED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9" name="Google Shape;69;p9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 1 1 1">
  <p:cSld name="TITLE_1_1_2_1_1_1_1_1">
    <p:bg>
      <p:bgPr>
        <a:solidFill>
          <a:srgbClr val="E1ED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6200"/>
              <a:buNone/>
              <a:defRPr sz="62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C"/>
              </a:buClr>
              <a:buSzPts val="5800"/>
              <a:buFont typeface="Jost Medium"/>
              <a:buNone/>
              <a:defRPr sz="58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0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10"/>
          <p:cNvSpPr/>
          <p:nvPr/>
        </p:nvSpPr>
        <p:spPr>
          <a:xfrm>
            <a:off x="8663100" y="0"/>
            <a:ext cx="480900" cy="51519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 1 1 1 1">
  <p:cSld name="TITLE_1_1_2_1_1_1_1_1_1">
    <p:bg>
      <p:bgPr>
        <a:solidFill>
          <a:srgbClr val="E1EDF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6200"/>
              <a:buNone/>
              <a:defRPr sz="62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C"/>
              </a:buClr>
              <a:buSzPts val="5800"/>
              <a:buFont typeface="Jost Medium"/>
              <a:buNone/>
              <a:defRPr sz="58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17A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84" name="Google Shape;84;p11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5" name="Google Shape;85;p11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2 1 1 1 1 1 1 1">
  <p:cSld name="TITLE_1_1_2_1_1_1_1_1_1_1">
    <p:bg>
      <p:bgPr>
        <a:solidFill>
          <a:srgbClr val="E1ED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1555600" y="2829150"/>
            <a:ext cx="66228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6200"/>
              <a:buNone/>
              <a:defRPr sz="62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1" type="subTitle"/>
          </p:nvPr>
        </p:nvSpPr>
        <p:spPr>
          <a:xfrm>
            <a:off x="717750" y="3672600"/>
            <a:ext cx="74607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C"/>
              </a:buClr>
              <a:buSzPts val="5800"/>
              <a:buFont typeface="Jost Medium"/>
              <a:buNone/>
              <a:defRPr sz="58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879100" y="30753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72B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2" name="Google Shape;92;p12"/>
          <p:cNvSpPr txBox="1"/>
          <p:nvPr>
            <p:ph idx="2" type="subTitle"/>
          </p:nvPr>
        </p:nvSpPr>
        <p:spPr>
          <a:xfrm>
            <a:off x="963650" y="30794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000"/>
              <a:buFont typeface="Jost"/>
              <a:buNone/>
              <a:defRPr b="1" sz="2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2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1">
    <p:bg>
      <p:bgPr>
        <a:solidFill>
          <a:srgbClr val="89ED0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 title="Curva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5200"/>
              <a:buNone/>
              <a:defRPr sz="5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1047550" y="38835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7C"/>
                </a:solidFill>
              </a:defRPr>
            </a:lvl1pPr>
            <a:lvl2pPr lvl="1">
              <a:buNone/>
              <a:defRPr>
                <a:solidFill>
                  <a:srgbClr val="00007C"/>
                </a:solidFill>
              </a:defRPr>
            </a:lvl2pPr>
            <a:lvl3pPr lvl="2">
              <a:buNone/>
              <a:defRPr>
                <a:solidFill>
                  <a:srgbClr val="00007C"/>
                </a:solidFill>
              </a:defRPr>
            </a:lvl3pPr>
            <a:lvl4pPr lvl="3">
              <a:buNone/>
              <a:defRPr>
                <a:solidFill>
                  <a:srgbClr val="00007C"/>
                </a:solidFill>
              </a:defRPr>
            </a:lvl4pPr>
            <a:lvl5pPr lvl="4">
              <a:buNone/>
              <a:defRPr>
                <a:solidFill>
                  <a:srgbClr val="00007C"/>
                </a:solidFill>
              </a:defRPr>
            </a:lvl5pPr>
            <a:lvl6pPr lvl="5">
              <a:buNone/>
              <a:defRPr>
                <a:solidFill>
                  <a:srgbClr val="00007C"/>
                </a:solidFill>
              </a:defRPr>
            </a:lvl6pPr>
            <a:lvl7pPr lvl="6">
              <a:buNone/>
              <a:defRPr>
                <a:solidFill>
                  <a:srgbClr val="00007C"/>
                </a:solidFill>
              </a:defRPr>
            </a:lvl7pPr>
            <a:lvl8pPr lvl="7">
              <a:buNone/>
              <a:defRPr>
                <a:solidFill>
                  <a:srgbClr val="00007C"/>
                </a:solidFill>
              </a:defRPr>
            </a:lvl8pPr>
            <a:lvl9pPr lvl="8">
              <a:buNone/>
              <a:defRPr>
                <a:solidFill>
                  <a:srgbClr val="00007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102" name="Google Shape;102;p13" title="6_SC-DARK BL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32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">
  <p:cSld name="TITLE_1_1_1_1">
    <p:bg>
      <p:bgPr>
        <a:solidFill>
          <a:srgbClr val="FFDD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title="Curva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5200"/>
              <a:buNone/>
              <a:defRPr sz="5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1047550" y="3875350"/>
            <a:ext cx="67884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C"/>
              </a:buClr>
              <a:buSzPts val="3700"/>
              <a:buFont typeface="Jost Medium"/>
              <a:buNone/>
              <a:defRPr sz="3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7C"/>
                </a:solidFill>
              </a:defRPr>
            </a:lvl1pPr>
            <a:lvl2pPr lvl="1">
              <a:buNone/>
              <a:defRPr>
                <a:solidFill>
                  <a:srgbClr val="00007C"/>
                </a:solidFill>
              </a:defRPr>
            </a:lvl2pPr>
            <a:lvl3pPr lvl="2">
              <a:buNone/>
              <a:defRPr>
                <a:solidFill>
                  <a:srgbClr val="00007C"/>
                </a:solidFill>
              </a:defRPr>
            </a:lvl3pPr>
            <a:lvl4pPr lvl="3">
              <a:buNone/>
              <a:defRPr>
                <a:solidFill>
                  <a:srgbClr val="00007C"/>
                </a:solidFill>
              </a:defRPr>
            </a:lvl4pPr>
            <a:lvl5pPr lvl="4">
              <a:buNone/>
              <a:defRPr>
                <a:solidFill>
                  <a:srgbClr val="00007C"/>
                </a:solidFill>
              </a:defRPr>
            </a:lvl5pPr>
            <a:lvl6pPr lvl="5">
              <a:buNone/>
              <a:defRPr>
                <a:solidFill>
                  <a:srgbClr val="00007C"/>
                </a:solidFill>
              </a:defRPr>
            </a:lvl6pPr>
            <a:lvl7pPr lvl="6">
              <a:buNone/>
              <a:defRPr>
                <a:solidFill>
                  <a:srgbClr val="00007C"/>
                </a:solidFill>
              </a:defRPr>
            </a:lvl7pPr>
            <a:lvl8pPr lvl="7">
              <a:buNone/>
              <a:defRPr>
                <a:solidFill>
                  <a:srgbClr val="00007C"/>
                </a:solidFill>
              </a:defRPr>
            </a:lvl8pPr>
            <a:lvl9pPr lvl="8">
              <a:buNone/>
              <a:defRPr>
                <a:solidFill>
                  <a:srgbClr val="00007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109" name="Google Shape;109;p14" title="6_SC-DARK BL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32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 1">
  <p:cSld name="TITLE_1_1_1_1_1">
    <p:bg>
      <p:bgPr>
        <a:solidFill>
          <a:srgbClr val="17AC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title="Curva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5200"/>
              <a:buNone/>
              <a:defRPr sz="5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1047550" y="3875350"/>
            <a:ext cx="67884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7C"/>
                </a:solidFill>
              </a:defRPr>
            </a:lvl1pPr>
            <a:lvl2pPr lvl="1">
              <a:buNone/>
              <a:defRPr>
                <a:solidFill>
                  <a:srgbClr val="00007C"/>
                </a:solidFill>
              </a:defRPr>
            </a:lvl2pPr>
            <a:lvl3pPr lvl="2">
              <a:buNone/>
              <a:defRPr>
                <a:solidFill>
                  <a:srgbClr val="00007C"/>
                </a:solidFill>
              </a:defRPr>
            </a:lvl3pPr>
            <a:lvl4pPr lvl="3">
              <a:buNone/>
              <a:defRPr>
                <a:solidFill>
                  <a:srgbClr val="00007C"/>
                </a:solidFill>
              </a:defRPr>
            </a:lvl4pPr>
            <a:lvl5pPr lvl="4">
              <a:buNone/>
              <a:defRPr>
                <a:solidFill>
                  <a:srgbClr val="00007C"/>
                </a:solidFill>
              </a:defRPr>
            </a:lvl5pPr>
            <a:lvl6pPr lvl="5">
              <a:buNone/>
              <a:defRPr>
                <a:solidFill>
                  <a:srgbClr val="00007C"/>
                </a:solidFill>
              </a:defRPr>
            </a:lvl6pPr>
            <a:lvl7pPr lvl="6">
              <a:buNone/>
              <a:defRPr>
                <a:solidFill>
                  <a:srgbClr val="00007C"/>
                </a:solidFill>
              </a:defRPr>
            </a:lvl7pPr>
            <a:lvl8pPr lvl="7">
              <a:buNone/>
              <a:defRPr>
                <a:solidFill>
                  <a:srgbClr val="00007C"/>
                </a:solidFill>
              </a:defRPr>
            </a:lvl8pPr>
            <a:lvl9pPr lvl="8">
              <a:buNone/>
              <a:defRPr>
                <a:solidFill>
                  <a:srgbClr val="00007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116" name="Google Shape;116;p15" title="6_SC-DARK BLU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32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 1 1 1">
  <p:cSld name="TITLE_1_1_1_1_1_1">
    <p:bg>
      <p:bgPr>
        <a:solidFill>
          <a:srgbClr val="E1EDF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title="Curva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70" y="0"/>
            <a:ext cx="439103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type="ctrTitle"/>
          </p:nvPr>
        </p:nvSpPr>
        <p:spPr>
          <a:xfrm>
            <a:off x="1047550" y="2609175"/>
            <a:ext cx="67884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5200"/>
              <a:buNone/>
              <a:defRPr sz="5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1047550" y="3875475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7C"/>
                </a:solidFill>
              </a:defRPr>
            </a:lvl1pPr>
            <a:lvl2pPr lvl="1">
              <a:buNone/>
              <a:defRPr>
                <a:solidFill>
                  <a:srgbClr val="00007C"/>
                </a:solidFill>
              </a:defRPr>
            </a:lvl2pPr>
            <a:lvl3pPr lvl="2">
              <a:buNone/>
              <a:defRPr>
                <a:solidFill>
                  <a:srgbClr val="00007C"/>
                </a:solidFill>
              </a:defRPr>
            </a:lvl3pPr>
            <a:lvl4pPr lvl="3">
              <a:buNone/>
              <a:defRPr>
                <a:solidFill>
                  <a:srgbClr val="00007C"/>
                </a:solidFill>
              </a:defRPr>
            </a:lvl4pPr>
            <a:lvl5pPr lvl="4">
              <a:buNone/>
              <a:defRPr>
                <a:solidFill>
                  <a:srgbClr val="00007C"/>
                </a:solidFill>
              </a:defRPr>
            </a:lvl5pPr>
            <a:lvl6pPr lvl="5">
              <a:buNone/>
              <a:defRPr>
                <a:solidFill>
                  <a:srgbClr val="00007C"/>
                </a:solidFill>
              </a:defRPr>
            </a:lvl6pPr>
            <a:lvl7pPr lvl="6">
              <a:buNone/>
              <a:defRPr>
                <a:solidFill>
                  <a:srgbClr val="00007C"/>
                </a:solidFill>
              </a:defRPr>
            </a:lvl7pPr>
            <a:lvl8pPr lvl="7">
              <a:buNone/>
              <a:defRPr>
                <a:solidFill>
                  <a:srgbClr val="00007C"/>
                </a:solidFill>
              </a:defRPr>
            </a:lvl8pPr>
            <a:lvl9pPr lvl="8">
              <a:buNone/>
              <a:defRPr>
                <a:solidFill>
                  <a:srgbClr val="00007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624350" y="2609175"/>
            <a:ext cx="245400" cy="1977000"/>
          </a:xfrm>
          <a:prstGeom prst="roundRect">
            <a:avLst>
              <a:gd fmla="val 50000" name="adj"/>
            </a:avLst>
          </a:prstGeom>
          <a:solidFill>
            <a:srgbClr val="000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0000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123" name="Google Shape;123;p16" title="1_SC-DEGRADO POSI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111" y="150538"/>
            <a:ext cx="1290575" cy="1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17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30" name="Google Shape;130;p1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8663100" y="0"/>
            <a:ext cx="480900" cy="5151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800"/>
              <a:buNone/>
              <a:defRPr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37" name="Google Shape;137;p18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18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1" name="Google Shape;141;p19"/>
          <p:cNvSpPr txBox="1"/>
          <p:nvPr>
            <p:ph type="title"/>
          </p:nvPr>
        </p:nvSpPr>
        <p:spPr>
          <a:xfrm>
            <a:off x="681900" y="1006550"/>
            <a:ext cx="7780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" type="body"/>
          </p:nvPr>
        </p:nvSpPr>
        <p:spPr>
          <a:xfrm>
            <a:off x="2343975" y="2422375"/>
            <a:ext cx="54924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1883050" y="2397175"/>
            <a:ext cx="68400" cy="1730400"/>
          </a:xfrm>
          <a:prstGeom prst="roundRect">
            <a:avLst>
              <a:gd fmla="val 50000" name="adj"/>
            </a:avLst>
          </a:prstGeom>
          <a:solidFill>
            <a:srgbClr val="89ED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147" name="Google Shape;147;p19"/>
          <p:cNvSpPr txBox="1"/>
          <p:nvPr>
            <p:ph idx="2" type="subTitle"/>
          </p:nvPr>
        </p:nvSpPr>
        <p:spPr>
          <a:xfrm>
            <a:off x="692400" y="14927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9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49" name="Google Shape;149;p19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50" name="Google Shape;150;p19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19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8663100" y="0"/>
            <a:ext cx="480900" cy="51435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681900" y="1006550"/>
            <a:ext cx="7780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2343975" y="2422375"/>
            <a:ext cx="54924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 sz="1400">
                <a:solidFill>
                  <a:srgbClr val="00004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2" type="subTitle"/>
          </p:nvPr>
        </p:nvSpPr>
        <p:spPr>
          <a:xfrm>
            <a:off x="692400" y="14927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59" name="Google Shape;159;p20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60" name="Google Shape;160;p20"/>
          <p:cNvSpPr/>
          <p:nvPr/>
        </p:nvSpPr>
        <p:spPr>
          <a:xfrm>
            <a:off x="1883050" y="2397175"/>
            <a:ext cx="68400" cy="1730400"/>
          </a:xfrm>
          <a:prstGeom prst="roundRect">
            <a:avLst>
              <a:gd fmla="val 50000" name="adj"/>
            </a:avLst>
          </a:prstGeom>
          <a:solidFill>
            <a:srgbClr val="17A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62" name="Google Shape;162;p20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0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">
  <p:cSld name="TITLE_AND_BODY_1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681900" y="1006550"/>
            <a:ext cx="7780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2343975" y="2422375"/>
            <a:ext cx="54924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 sz="1400">
                <a:solidFill>
                  <a:srgbClr val="00004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2" type="subTitle"/>
          </p:nvPr>
        </p:nvSpPr>
        <p:spPr>
          <a:xfrm>
            <a:off x="692400" y="14927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72" name="Google Shape;172;p21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73" name="Google Shape;173;p21"/>
          <p:cNvSpPr/>
          <p:nvPr/>
        </p:nvSpPr>
        <p:spPr>
          <a:xfrm>
            <a:off x="1883050" y="2397175"/>
            <a:ext cx="68400" cy="1730400"/>
          </a:xfrm>
          <a:prstGeom prst="roundRect">
            <a:avLst>
              <a:gd fmla="val 50000" name="adj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75" name="Google Shape;175;p21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21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">
  <p:cSld name="TITLE_AND_BODY_1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82" name="Google Shape;182;p22"/>
          <p:cNvSpPr txBox="1"/>
          <p:nvPr>
            <p:ph type="title"/>
          </p:nvPr>
        </p:nvSpPr>
        <p:spPr>
          <a:xfrm>
            <a:off x="681900" y="1006550"/>
            <a:ext cx="7780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2343975" y="2422375"/>
            <a:ext cx="54924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 sz="1400">
                <a:solidFill>
                  <a:srgbClr val="00004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184" name="Google Shape;184;p22"/>
          <p:cNvSpPr txBox="1"/>
          <p:nvPr>
            <p:ph idx="2" type="subTitle"/>
          </p:nvPr>
        </p:nvSpPr>
        <p:spPr>
          <a:xfrm>
            <a:off x="692400" y="14927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85" name="Google Shape;185;p22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86" name="Google Shape;186;p22"/>
          <p:cNvSpPr/>
          <p:nvPr/>
        </p:nvSpPr>
        <p:spPr>
          <a:xfrm>
            <a:off x="1883050" y="2397175"/>
            <a:ext cx="68400" cy="1730400"/>
          </a:xfrm>
          <a:prstGeom prst="roundRect">
            <a:avLst>
              <a:gd fmla="val 50000" name="adj"/>
            </a:avLst>
          </a:prstGeom>
          <a:solidFill>
            <a:srgbClr val="F72B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88" name="Google Shape;188;p22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22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 1 1 1">
  <p:cSld name="TITLE_AND_BODY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93" name="Google Shape;1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195" name="Google Shape;195;p23"/>
          <p:cNvSpPr txBox="1"/>
          <p:nvPr>
            <p:ph type="title"/>
          </p:nvPr>
        </p:nvSpPr>
        <p:spPr>
          <a:xfrm>
            <a:off x="681900" y="1006550"/>
            <a:ext cx="77802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600"/>
              <a:buNone/>
              <a:defRPr sz="36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2343975" y="2422375"/>
            <a:ext cx="5492400" cy="19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 sz="1400">
                <a:solidFill>
                  <a:srgbClr val="00004C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197" name="Google Shape;197;p23"/>
          <p:cNvSpPr txBox="1"/>
          <p:nvPr>
            <p:ph idx="2" type="subTitle"/>
          </p:nvPr>
        </p:nvSpPr>
        <p:spPr>
          <a:xfrm>
            <a:off x="692400" y="1492700"/>
            <a:ext cx="67884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700"/>
              <a:buFont typeface="Jost Medium"/>
              <a:buNone/>
              <a:defRPr sz="37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98" name="Google Shape;198;p23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199" name="Google Shape;199;p23"/>
          <p:cNvSpPr/>
          <p:nvPr/>
        </p:nvSpPr>
        <p:spPr>
          <a:xfrm>
            <a:off x="1883050" y="2397175"/>
            <a:ext cx="68400" cy="1730400"/>
          </a:xfrm>
          <a:prstGeom prst="roundRect">
            <a:avLst>
              <a:gd fmla="val 50000" name="adj"/>
            </a:avLst>
          </a:prstGeom>
          <a:solidFill>
            <a:srgbClr val="0000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01" name="Google Shape;201;p23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3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06" name="Google Shape;20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800"/>
              <a:buNone/>
              <a:defRPr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11" name="Google Shape;211;p24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24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15" name="Google Shape;21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800"/>
              <a:buNone/>
              <a:defRPr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18" name="Google Shape;218;p25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25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22" name="Google Shape;222;p26"/>
          <p:cNvSpPr txBox="1"/>
          <p:nvPr>
            <p:ph type="title"/>
          </p:nvPr>
        </p:nvSpPr>
        <p:spPr>
          <a:xfrm>
            <a:off x="311700" y="83805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400"/>
              <a:buNone/>
              <a:defRPr sz="24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311700" y="15937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26" name="Google Shape;226;p26"/>
          <p:cNvSpPr txBox="1"/>
          <p:nvPr>
            <p:ph idx="2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27" name="Google Shape;227;p26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28" name="Google Shape;228;p26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p26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33" name="Google Shape;233;p2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800"/>
              <a:buNone/>
              <a:defRPr sz="48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36" name="Google Shape;236;p27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27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8" title="Curva 2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63" y="0"/>
            <a:ext cx="4391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72B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2B0F"/>
              </a:solidFill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type="title"/>
          </p:nvPr>
        </p:nvSpPr>
        <p:spPr>
          <a:xfrm>
            <a:off x="265500" y="1102925"/>
            <a:ext cx="4045200" cy="7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200"/>
              <a:buNone/>
              <a:defRPr sz="4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28"/>
          <p:cNvSpPr txBox="1"/>
          <p:nvPr>
            <p:ph idx="2" type="subTitle"/>
          </p:nvPr>
        </p:nvSpPr>
        <p:spPr>
          <a:xfrm>
            <a:off x="265500" y="17128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100"/>
              <a:buFont typeface="Jost Medium"/>
              <a:buNone/>
              <a:defRPr sz="21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28"/>
          <p:cNvSpPr txBox="1"/>
          <p:nvPr>
            <p:ph idx="3" type="body"/>
          </p:nvPr>
        </p:nvSpPr>
        <p:spPr>
          <a:xfrm>
            <a:off x="4939500" y="1102925"/>
            <a:ext cx="3837000" cy="20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248" name="Google Shape;248;p28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49" name="Google Shape;249;p28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0" name="Google Shape;250;p28" title="8_SC-ALTERNO-POSITIVO.png"/>
          <p:cNvPicPr preferRelativeResize="0"/>
          <p:nvPr/>
        </p:nvPicPr>
        <p:blipFill rotWithShape="1">
          <a:blip r:embed="rId3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89ED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2B0F"/>
              </a:solidFill>
            </a:endParaRPr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29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58" name="Google Shape;258;p29"/>
          <p:cNvSpPr txBox="1"/>
          <p:nvPr>
            <p:ph type="title"/>
          </p:nvPr>
        </p:nvSpPr>
        <p:spPr>
          <a:xfrm>
            <a:off x="265500" y="1102925"/>
            <a:ext cx="4045200" cy="7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200"/>
              <a:buNone/>
              <a:defRPr sz="4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29"/>
          <p:cNvSpPr txBox="1"/>
          <p:nvPr>
            <p:ph idx="2" type="subTitle"/>
          </p:nvPr>
        </p:nvSpPr>
        <p:spPr>
          <a:xfrm>
            <a:off x="265500" y="17128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100"/>
              <a:buFont typeface="Jost Medium"/>
              <a:buNone/>
              <a:defRPr sz="21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29"/>
          <p:cNvSpPr txBox="1"/>
          <p:nvPr>
            <p:ph idx="3" type="body"/>
          </p:nvPr>
        </p:nvSpPr>
        <p:spPr>
          <a:xfrm>
            <a:off x="4939500" y="1102925"/>
            <a:ext cx="3837000" cy="20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9pPr>
          </a:lstStyle>
          <a:p/>
        </p:txBody>
      </p:sp>
      <p:pic>
        <p:nvPicPr>
          <p:cNvPr id="261" name="Google Shape;261;p29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72B0F"/>
              </a:solidFill>
            </a:endParaRPr>
          </a:p>
        </p:txBody>
      </p:sp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0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69" name="Google Shape;269;p30"/>
          <p:cNvSpPr txBox="1"/>
          <p:nvPr>
            <p:ph type="title"/>
          </p:nvPr>
        </p:nvSpPr>
        <p:spPr>
          <a:xfrm>
            <a:off x="265500" y="1102925"/>
            <a:ext cx="4045200" cy="7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200"/>
              <a:buNone/>
              <a:defRPr sz="4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0" name="Google Shape;270;p30"/>
          <p:cNvSpPr txBox="1"/>
          <p:nvPr>
            <p:ph idx="2" type="subTitle"/>
          </p:nvPr>
        </p:nvSpPr>
        <p:spPr>
          <a:xfrm>
            <a:off x="265500" y="17128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100"/>
              <a:buFont typeface="Jost Medium"/>
              <a:buNone/>
              <a:defRPr sz="21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p30"/>
          <p:cNvSpPr txBox="1"/>
          <p:nvPr>
            <p:ph idx="3" type="body"/>
          </p:nvPr>
        </p:nvSpPr>
        <p:spPr>
          <a:xfrm>
            <a:off x="4939500" y="1102925"/>
            <a:ext cx="3837000" cy="20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9pPr>
          </a:lstStyle>
          <a:p/>
        </p:txBody>
      </p:sp>
      <p:pic>
        <p:nvPicPr>
          <p:cNvPr id="272" name="Google Shape;272;p30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0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17A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7ACFF"/>
              </a:solidFill>
            </a:endParaRPr>
          </a:p>
        </p:txBody>
      </p:sp>
      <p:sp>
        <p:nvSpPr>
          <p:cNvPr id="276" name="Google Shape;27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79" name="Google Shape;279;p31"/>
          <p:cNvSpPr txBox="1"/>
          <p:nvPr>
            <p:ph idx="1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80" name="Google Shape;280;p31"/>
          <p:cNvSpPr txBox="1"/>
          <p:nvPr>
            <p:ph type="title"/>
          </p:nvPr>
        </p:nvSpPr>
        <p:spPr>
          <a:xfrm>
            <a:off x="265500" y="1102925"/>
            <a:ext cx="4045200" cy="7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200"/>
              <a:buNone/>
              <a:defRPr sz="4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1" name="Google Shape;281;p31"/>
          <p:cNvSpPr txBox="1"/>
          <p:nvPr>
            <p:ph idx="2" type="subTitle"/>
          </p:nvPr>
        </p:nvSpPr>
        <p:spPr>
          <a:xfrm>
            <a:off x="265500" y="17128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100"/>
              <a:buFont typeface="Jost Medium"/>
              <a:buNone/>
              <a:defRPr sz="21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2" name="Google Shape;282;p31"/>
          <p:cNvSpPr txBox="1"/>
          <p:nvPr>
            <p:ph idx="3" type="body"/>
          </p:nvPr>
        </p:nvSpPr>
        <p:spPr>
          <a:xfrm>
            <a:off x="4939500" y="1102925"/>
            <a:ext cx="3837000" cy="20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●"/>
              <a:defRPr sz="1200">
                <a:solidFill>
                  <a:srgbClr val="00004C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○"/>
              <a:defRPr sz="1200">
                <a:solidFill>
                  <a:srgbClr val="00004C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"/>
              <a:buChar char="■"/>
              <a:defRPr sz="1200">
                <a:solidFill>
                  <a:srgbClr val="00004C"/>
                </a:solidFill>
              </a:defRPr>
            </a:lvl9pPr>
          </a:lstStyle>
          <a:p/>
        </p:txBody>
      </p:sp>
      <p:pic>
        <p:nvPicPr>
          <p:cNvPr id="283" name="Google Shape;283;p31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">
  <p:cSld name="SECTION_TITLE_AND_DESCRIPTION_1_1_1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0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7ACFF"/>
              </a:solidFill>
            </a:endParaRPr>
          </a:p>
        </p:txBody>
      </p:sp>
      <p:sp>
        <p:nvSpPr>
          <p:cNvPr id="287" name="Google Shape;287;p32"/>
          <p:cNvSpPr txBox="1"/>
          <p:nvPr>
            <p:ph type="title"/>
          </p:nvPr>
        </p:nvSpPr>
        <p:spPr>
          <a:xfrm>
            <a:off x="265500" y="1102925"/>
            <a:ext cx="4045200" cy="76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4200"/>
              <a:buNone/>
              <a:defRPr sz="4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8" name="Google Shape;2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32"/>
          <p:cNvSpPr txBox="1"/>
          <p:nvPr>
            <p:ph idx="1" type="subTitle"/>
          </p:nvPr>
        </p:nvSpPr>
        <p:spPr>
          <a:xfrm>
            <a:off x="265500" y="17128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100"/>
              <a:buFont typeface="Jost Medium"/>
              <a:buNone/>
              <a:defRPr sz="21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0" name="Google Shape;290;p32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91" name="Google Shape;291;p32"/>
          <p:cNvSpPr txBox="1"/>
          <p:nvPr>
            <p:ph idx="2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●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○"/>
              <a:defRPr b="0"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■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●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○"/>
              <a:defRPr b="0"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■"/>
              <a:defRPr b="0"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●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○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Jost Medium"/>
              <a:buChar char="■"/>
              <a:defRPr sz="1300">
                <a:solidFill>
                  <a:schemeClr val="lt1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3" type="body"/>
          </p:nvPr>
        </p:nvSpPr>
        <p:spPr>
          <a:xfrm>
            <a:off x="4939500" y="1102925"/>
            <a:ext cx="3837000" cy="20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32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294" name="Google Shape;294;p32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32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">
  <p:cSld name="SECTION_TITLE_AND_DESCRIPTION_1_1_1_2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99" name="Google Shape;299;p33"/>
          <p:cNvSpPr txBox="1"/>
          <p:nvPr>
            <p:ph idx="1" type="subTitle"/>
          </p:nvPr>
        </p:nvSpPr>
        <p:spPr>
          <a:xfrm>
            <a:off x="4355521" y="1969802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0" name="Google Shape;300;p33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1" name="Google Shape;30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3"/>
          <p:cNvSpPr txBox="1"/>
          <p:nvPr>
            <p:ph idx="2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3" name="Google Shape;303;p33"/>
          <p:cNvSpPr/>
          <p:nvPr/>
        </p:nvSpPr>
        <p:spPr>
          <a:xfrm>
            <a:off x="311700" y="301225"/>
            <a:ext cx="87096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304" name="Google Shape;304;p33"/>
          <p:cNvSpPr txBox="1"/>
          <p:nvPr>
            <p:ph idx="3" type="body"/>
          </p:nvPr>
        </p:nvSpPr>
        <p:spPr>
          <a:xfrm>
            <a:off x="3433175" y="312175"/>
            <a:ext cx="54417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indent="-31115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2pPr>
            <a:lvl3pPr indent="-31115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3pPr>
            <a:lvl4pPr indent="-31115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4pPr>
            <a:lvl5pPr indent="-31115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5pPr>
            <a:lvl6pPr indent="-31115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b="0"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6pPr>
            <a:lvl7pPr indent="-31115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●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7pPr>
            <a:lvl8pPr indent="-31115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○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8pPr>
            <a:lvl9pPr indent="-31115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300"/>
              <a:buFont typeface="Jost Medium"/>
              <a:buChar char="■"/>
              <a:defRPr sz="13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9pPr>
          </a:lstStyle>
          <a:p/>
        </p:txBody>
      </p:sp>
      <p:sp>
        <p:nvSpPr>
          <p:cNvPr id="305" name="Google Shape;305;p33"/>
          <p:cNvSpPr/>
          <p:nvPr>
            <p:ph idx="4" type="pic"/>
          </p:nvPr>
        </p:nvSpPr>
        <p:spPr>
          <a:xfrm>
            <a:off x="845676" y="2739601"/>
            <a:ext cx="548400" cy="548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33"/>
          <p:cNvSpPr/>
          <p:nvPr>
            <p:ph idx="5" type="pic"/>
          </p:nvPr>
        </p:nvSpPr>
        <p:spPr>
          <a:xfrm>
            <a:off x="4618944" y="1257873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33"/>
          <p:cNvSpPr/>
          <p:nvPr>
            <p:ph idx="6" type="pic"/>
          </p:nvPr>
        </p:nvSpPr>
        <p:spPr>
          <a:xfrm>
            <a:off x="4618944" y="224055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33"/>
          <p:cNvSpPr/>
          <p:nvPr>
            <p:ph idx="7" type="pic"/>
          </p:nvPr>
        </p:nvSpPr>
        <p:spPr>
          <a:xfrm>
            <a:off x="4618944" y="318868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33"/>
          <p:cNvSpPr/>
          <p:nvPr>
            <p:ph idx="8" type="pic"/>
          </p:nvPr>
        </p:nvSpPr>
        <p:spPr>
          <a:xfrm>
            <a:off x="5913042" y="1257873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33"/>
          <p:cNvSpPr/>
          <p:nvPr>
            <p:ph idx="9" type="pic"/>
          </p:nvPr>
        </p:nvSpPr>
        <p:spPr>
          <a:xfrm>
            <a:off x="5913042" y="224055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33"/>
          <p:cNvSpPr/>
          <p:nvPr>
            <p:ph idx="13" type="pic"/>
          </p:nvPr>
        </p:nvSpPr>
        <p:spPr>
          <a:xfrm>
            <a:off x="5905171" y="318868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33"/>
          <p:cNvSpPr/>
          <p:nvPr>
            <p:ph idx="14" type="pic"/>
          </p:nvPr>
        </p:nvSpPr>
        <p:spPr>
          <a:xfrm>
            <a:off x="7207141" y="1257873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33"/>
          <p:cNvSpPr/>
          <p:nvPr>
            <p:ph idx="15" type="pic"/>
          </p:nvPr>
        </p:nvSpPr>
        <p:spPr>
          <a:xfrm>
            <a:off x="7207141" y="224055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33"/>
          <p:cNvSpPr/>
          <p:nvPr>
            <p:ph idx="16" type="pic"/>
          </p:nvPr>
        </p:nvSpPr>
        <p:spPr>
          <a:xfrm>
            <a:off x="7207141" y="318868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33"/>
          <p:cNvSpPr txBox="1"/>
          <p:nvPr>
            <p:ph idx="17" type="title"/>
          </p:nvPr>
        </p:nvSpPr>
        <p:spPr>
          <a:xfrm>
            <a:off x="4300318" y="1810858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16" name="Google Shape;316;p33"/>
          <p:cNvSpPr txBox="1"/>
          <p:nvPr>
            <p:ph idx="18" type="title"/>
          </p:nvPr>
        </p:nvSpPr>
        <p:spPr>
          <a:xfrm>
            <a:off x="5594427" y="1810847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17" name="Google Shape;317;p33"/>
          <p:cNvSpPr txBox="1"/>
          <p:nvPr>
            <p:ph idx="19" type="subTitle"/>
          </p:nvPr>
        </p:nvSpPr>
        <p:spPr>
          <a:xfrm>
            <a:off x="5649631" y="1969791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8" name="Google Shape;318;p33"/>
          <p:cNvSpPr txBox="1"/>
          <p:nvPr>
            <p:ph idx="20" type="title"/>
          </p:nvPr>
        </p:nvSpPr>
        <p:spPr>
          <a:xfrm>
            <a:off x="6888537" y="1810847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19" name="Google Shape;319;p33"/>
          <p:cNvSpPr txBox="1"/>
          <p:nvPr>
            <p:ph idx="21" type="subTitle"/>
          </p:nvPr>
        </p:nvSpPr>
        <p:spPr>
          <a:xfrm>
            <a:off x="6943741" y="1969791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0" name="Google Shape;320;p33"/>
          <p:cNvSpPr txBox="1"/>
          <p:nvPr>
            <p:ph idx="22" type="title"/>
          </p:nvPr>
        </p:nvSpPr>
        <p:spPr>
          <a:xfrm>
            <a:off x="4300318" y="279351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21" name="Google Shape;321;p33"/>
          <p:cNvSpPr txBox="1"/>
          <p:nvPr>
            <p:ph idx="23" type="subTitle"/>
          </p:nvPr>
        </p:nvSpPr>
        <p:spPr>
          <a:xfrm>
            <a:off x="4355521" y="295245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2" name="Google Shape;322;p33"/>
          <p:cNvSpPr txBox="1"/>
          <p:nvPr>
            <p:ph idx="24" type="title"/>
          </p:nvPr>
        </p:nvSpPr>
        <p:spPr>
          <a:xfrm>
            <a:off x="5594416" y="279351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23" name="Google Shape;323;p33"/>
          <p:cNvSpPr txBox="1"/>
          <p:nvPr>
            <p:ph idx="25" type="subTitle"/>
          </p:nvPr>
        </p:nvSpPr>
        <p:spPr>
          <a:xfrm>
            <a:off x="5649620" y="295245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4" name="Google Shape;324;p33"/>
          <p:cNvSpPr txBox="1"/>
          <p:nvPr>
            <p:ph idx="26" type="title"/>
          </p:nvPr>
        </p:nvSpPr>
        <p:spPr>
          <a:xfrm>
            <a:off x="6888537" y="279351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25" name="Google Shape;325;p33"/>
          <p:cNvSpPr txBox="1"/>
          <p:nvPr>
            <p:ph idx="27" type="subTitle"/>
          </p:nvPr>
        </p:nvSpPr>
        <p:spPr>
          <a:xfrm>
            <a:off x="6943741" y="295245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6" name="Google Shape;326;p33"/>
          <p:cNvSpPr txBox="1"/>
          <p:nvPr>
            <p:ph idx="28" type="title"/>
          </p:nvPr>
        </p:nvSpPr>
        <p:spPr>
          <a:xfrm>
            <a:off x="4300318" y="374164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27" name="Google Shape;327;p33"/>
          <p:cNvSpPr txBox="1"/>
          <p:nvPr>
            <p:ph idx="29" type="subTitle"/>
          </p:nvPr>
        </p:nvSpPr>
        <p:spPr>
          <a:xfrm>
            <a:off x="4355521" y="390058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8" name="Google Shape;328;p33"/>
          <p:cNvSpPr txBox="1"/>
          <p:nvPr>
            <p:ph idx="30" type="title"/>
          </p:nvPr>
        </p:nvSpPr>
        <p:spPr>
          <a:xfrm>
            <a:off x="5586544" y="374164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29" name="Google Shape;329;p33"/>
          <p:cNvSpPr txBox="1"/>
          <p:nvPr>
            <p:ph idx="31" type="subTitle"/>
          </p:nvPr>
        </p:nvSpPr>
        <p:spPr>
          <a:xfrm>
            <a:off x="5641748" y="390058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0" name="Google Shape;330;p33"/>
          <p:cNvSpPr txBox="1"/>
          <p:nvPr>
            <p:ph idx="32" type="title"/>
          </p:nvPr>
        </p:nvSpPr>
        <p:spPr>
          <a:xfrm>
            <a:off x="6888515" y="3741643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31" name="Google Shape;331;p33"/>
          <p:cNvSpPr txBox="1"/>
          <p:nvPr>
            <p:ph idx="33" type="subTitle"/>
          </p:nvPr>
        </p:nvSpPr>
        <p:spPr>
          <a:xfrm>
            <a:off x="6943718" y="3900588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2" name="Google Shape;332;p33"/>
          <p:cNvSpPr txBox="1"/>
          <p:nvPr>
            <p:ph idx="34" type="subTitle"/>
          </p:nvPr>
        </p:nvSpPr>
        <p:spPr>
          <a:xfrm>
            <a:off x="550775" y="3536588"/>
            <a:ext cx="11382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3" name="Google Shape;333;p33"/>
          <p:cNvSpPr txBox="1"/>
          <p:nvPr>
            <p:ph idx="35" type="title"/>
          </p:nvPr>
        </p:nvSpPr>
        <p:spPr>
          <a:xfrm>
            <a:off x="488975" y="3358650"/>
            <a:ext cx="1261800" cy="2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4" name="Google Shape;334;p33"/>
          <p:cNvSpPr/>
          <p:nvPr>
            <p:ph idx="36" type="pic"/>
          </p:nvPr>
        </p:nvSpPr>
        <p:spPr>
          <a:xfrm>
            <a:off x="4611038" y="4136804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33"/>
          <p:cNvSpPr/>
          <p:nvPr>
            <p:ph idx="37" type="pic"/>
          </p:nvPr>
        </p:nvSpPr>
        <p:spPr>
          <a:xfrm>
            <a:off x="5897265" y="4136804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6" name="Google Shape;336;p33"/>
          <p:cNvSpPr/>
          <p:nvPr>
            <p:ph idx="38" type="pic"/>
          </p:nvPr>
        </p:nvSpPr>
        <p:spPr>
          <a:xfrm>
            <a:off x="7199236" y="4136804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7" name="Google Shape;337;p33"/>
          <p:cNvSpPr txBox="1"/>
          <p:nvPr>
            <p:ph idx="39" type="title"/>
          </p:nvPr>
        </p:nvSpPr>
        <p:spPr>
          <a:xfrm>
            <a:off x="4292412" y="4689766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38" name="Google Shape;338;p33"/>
          <p:cNvSpPr txBox="1"/>
          <p:nvPr>
            <p:ph idx="40" type="subTitle"/>
          </p:nvPr>
        </p:nvSpPr>
        <p:spPr>
          <a:xfrm>
            <a:off x="4347616" y="4848711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9" name="Google Shape;339;p33"/>
          <p:cNvSpPr txBox="1"/>
          <p:nvPr>
            <p:ph idx="41" type="title"/>
          </p:nvPr>
        </p:nvSpPr>
        <p:spPr>
          <a:xfrm>
            <a:off x="5578639" y="4689766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40" name="Google Shape;340;p33"/>
          <p:cNvSpPr txBox="1"/>
          <p:nvPr>
            <p:ph idx="42" type="subTitle"/>
          </p:nvPr>
        </p:nvSpPr>
        <p:spPr>
          <a:xfrm>
            <a:off x="5633843" y="4848711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1" name="Google Shape;341;p33"/>
          <p:cNvSpPr txBox="1"/>
          <p:nvPr>
            <p:ph idx="43" type="title"/>
          </p:nvPr>
        </p:nvSpPr>
        <p:spPr>
          <a:xfrm>
            <a:off x="6880610" y="4689766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42" name="Google Shape;342;p33"/>
          <p:cNvSpPr txBox="1"/>
          <p:nvPr>
            <p:ph idx="44" type="subTitle"/>
          </p:nvPr>
        </p:nvSpPr>
        <p:spPr>
          <a:xfrm>
            <a:off x="6935813" y="4848711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3" name="Google Shape;343;p33"/>
          <p:cNvSpPr txBox="1"/>
          <p:nvPr>
            <p:ph idx="45" type="subTitle"/>
          </p:nvPr>
        </p:nvSpPr>
        <p:spPr>
          <a:xfrm>
            <a:off x="2401771" y="2952490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4" name="Google Shape;344;p33"/>
          <p:cNvSpPr/>
          <p:nvPr>
            <p:ph idx="46" type="pic"/>
          </p:nvPr>
        </p:nvSpPr>
        <p:spPr>
          <a:xfrm>
            <a:off x="2665194" y="224056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p33"/>
          <p:cNvSpPr txBox="1"/>
          <p:nvPr>
            <p:ph idx="47" type="title"/>
          </p:nvPr>
        </p:nvSpPr>
        <p:spPr>
          <a:xfrm>
            <a:off x="2346568" y="2793545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46" name="Google Shape;346;p33"/>
          <p:cNvSpPr txBox="1"/>
          <p:nvPr>
            <p:ph idx="48" type="subTitle"/>
          </p:nvPr>
        </p:nvSpPr>
        <p:spPr>
          <a:xfrm>
            <a:off x="2374171" y="3900590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7" name="Google Shape;347;p33"/>
          <p:cNvSpPr/>
          <p:nvPr>
            <p:ph idx="49" type="pic"/>
          </p:nvPr>
        </p:nvSpPr>
        <p:spPr>
          <a:xfrm>
            <a:off x="2637594" y="318866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8" name="Google Shape;348;p33"/>
          <p:cNvSpPr txBox="1"/>
          <p:nvPr>
            <p:ph idx="50" type="title"/>
          </p:nvPr>
        </p:nvSpPr>
        <p:spPr>
          <a:xfrm>
            <a:off x="2318968" y="3741645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sp>
        <p:nvSpPr>
          <p:cNvPr id="349" name="Google Shape;349;p33"/>
          <p:cNvSpPr txBox="1"/>
          <p:nvPr>
            <p:ph idx="51" type="subTitle"/>
          </p:nvPr>
        </p:nvSpPr>
        <p:spPr>
          <a:xfrm>
            <a:off x="2374346" y="4848690"/>
            <a:ext cx="1016700" cy="1731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50" name="Google Shape;350;p33"/>
          <p:cNvSpPr/>
          <p:nvPr>
            <p:ph idx="52" type="pic"/>
          </p:nvPr>
        </p:nvSpPr>
        <p:spPr>
          <a:xfrm>
            <a:off x="2637769" y="4136761"/>
            <a:ext cx="490200" cy="490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33"/>
          <p:cNvSpPr txBox="1"/>
          <p:nvPr>
            <p:ph idx="53" type="title"/>
          </p:nvPr>
        </p:nvSpPr>
        <p:spPr>
          <a:xfrm>
            <a:off x="2319143" y="4689745"/>
            <a:ext cx="1127100" cy="232200"/>
          </a:xfrm>
          <a:prstGeom prst="rect">
            <a:avLst/>
          </a:prstGeom>
        </p:spPr>
        <p:txBody>
          <a:bodyPr anchorCtr="0" anchor="ctr" bIns="81650" lIns="81650" spcFirstLastPara="1" rIns="81650" wrap="square" tIns="81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3"/>
              <a:buNone/>
              <a:defRPr sz="893"/>
            </a:lvl1pPr>
            <a:lvl2pPr lvl="1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2pPr>
            <a:lvl3pPr lvl="2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3pPr>
            <a:lvl4pPr lvl="3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4pPr>
            <a:lvl5pPr lvl="4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5pPr>
            <a:lvl6pPr lvl="5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6pPr>
            <a:lvl7pPr lvl="6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7pPr>
            <a:lvl8pPr lvl="7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8pPr>
            <a:lvl9pPr lvl="8">
              <a:spcBef>
                <a:spcPts val="0"/>
              </a:spcBef>
              <a:spcAft>
                <a:spcPts val="0"/>
              </a:spcAft>
              <a:buSzPts val="2501"/>
              <a:buNone/>
              <a:defRPr sz="2501"/>
            </a:lvl9pPr>
          </a:lstStyle>
          <a:p/>
        </p:txBody>
      </p:sp>
      <p:cxnSp>
        <p:nvCxnSpPr>
          <p:cNvPr id="352" name="Google Shape;352;p33"/>
          <p:cNvCxnSpPr>
            <a:stCxn id="305" idx="0"/>
            <a:endCxn id="344" idx="2"/>
          </p:cNvCxnSpPr>
          <p:nvPr/>
        </p:nvCxnSpPr>
        <p:spPr>
          <a:xfrm rot="-5400000">
            <a:off x="1765626" y="1840051"/>
            <a:ext cx="253800" cy="1545300"/>
          </a:xfrm>
          <a:prstGeom prst="bentConnector2">
            <a:avLst/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3"/>
          <p:cNvCxnSpPr>
            <a:stCxn id="305" idx="4"/>
            <a:endCxn id="347" idx="2"/>
          </p:cNvCxnSpPr>
          <p:nvPr/>
        </p:nvCxnSpPr>
        <p:spPr>
          <a:xfrm flipH="1" rot="-5400000">
            <a:off x="1805826" y="2602051"/>
            <a:ext cx="145800" cy="1517700"/>
          </a:xfrm>
          <a:prstGeom prst="bentConnector2">
            <a:avLst/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3"/>
          <p:cNvCxnSpPr>
            <a:stCxn id="332" idx="2"/>
            <a:endCxn id="350" idx="2"/>
          </p:cNvCxnSpPr>
          <p:nvPr/>
        </p:nvCxnSpPr>
        <p:spPr>
          <a:xfrm flipH="1" rot="-5400000">
            <a:off x="1553075" y="3297188"/>
            <a:ext cx="651600" cy="1518000"/>
          </a:xfrm>
          <a:prstGeom prst="bentConnector2">
            <a:avLst/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3"/>
          <p:cNvCxnSpPr>
            <a:stCxn id="344" idx="0"/>
            <a:endCxn id="306" idx="2"/>
          </p:cNvCxnSpPr>
          <p:nvPr/>
        </p:nvCxnSpPr>
        <p:spPr>
          <a:xfrm rot="-5400000">
            <a:off x="3395844" y="1017311"/>
            <a:ext cx="737700" cy="1708800"/>
          </a:xfrm>
          <a:prstGeom prst="bentConnector2">
            <a:avLst/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3"/>
          <p:cNvCxnSpPr>
            <a:stCxn id="347" idx="6"/>
            <a:endCxn id="307" idx="2"/>
          </p:cNvCxnSpPr>
          <p:nvPr/>
        </p:nvCxnSpPr>
        <p:spPr>
          <a:xfrm flipH="1" rot="10800000">
            <a:off x="3127794" y="2485761"/>
            <a:ext cx="1491300" cy="948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3"/>
          <p:cNvCxnSpPr>
            <a:stCxn id="350" idx="6"/>
            <a:endCxn id="308" idx="2"/>
          </p:cNvCxnSpPr>
          <p:nvPr/>
        </p:nvCxnSpPr>
        <p:spPr>
          <a:xfrm flipH="1" rot="10800000">
            <a:off x="3127969" y="3433861"/>
            <a:ext cx="1491000" cy="948000"/>
          </a:xfrm>
          <a:prstGeom prst="bentConnector3">
            <a:avLst>
              <a:gd fmla="val 69276" name="adj1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3"/>
          <p:cNvCxnSpPr>
            <a:stCxn id="350" idx="6"/>
            <a:endCxn id="334" idx="2"/>
          </p:cNvCxnSpPr>
          <p:nvPr/>
        </p:nvCxnSpPr>
        <p:spPr>
          <a:xfrm>
            <a:off x="3127969" y="4381861"/>
            <a:ext cx="1483200" cy="6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3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60" name="Google Shape;360;p33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 txBox="1"/>
          <p:nvPr/>
        </p:nvSpPr>
        <p:spPr>
          <a:xfrm>
            <a:off x="47455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">
  <p:cSld name="SECTION_TITLE_AND_DESCRIPTION_1_1_1_2_1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/>
          <p:nvPr/>
        </p:nvSpPr>
        <p:spPr>
          <a:xfrm>
            <a:off x="8595300" y="0"/>
            <a:ext cx="548700" cy="5157600"/>
          </a:xfrm>
          <a:prstGeom prst="rect">
            <a:avLst/>
          </a:prstGeom>
          <a:solidFill>
            <a:srgbClr val="BDD0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64" name="Google Shape;36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34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66" name="Google Shape;366;p34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8696300" y="70449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">
  <p:cSld name="SECTION_TITLE_AND_DESCRIPTION_1_1_1_2_1_1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 title="Sin título-1.png"/>
          <p:cNvPicPr preferRelativeResize="0"/>
          <p:nvPr/>
        </p:nvPicPr>
        <p:blipFill rotWithShape="1">
          <a:blip r:embed="rId3">
            <a:alphaModFix/>
          </a:blip>
          <a:srcRect b="0" l="1076" r="1076" t="0"/>
          <a:stretch/>
        </p:blipFill>
        <p:spPr>
          <a:xfrm>
            <a:off x="1640016" y="307450"/>
            <a:ext cx="268310" cy="27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4" name="Google Shape;374;p35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76" name="Google Shape;376;p35"/>
          <p:cNvPicPr preferRelativeResize="0"/>
          <p:nvPr/>
        </p:nvPicPr>
        <p:blipFill rotWithShape="1">
          <a:blip r:embed="rId4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78" name="Google Shape;378;p35" title="1_SC-DEGRADO POSITIV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">
  <p:cSld name="SECTION_TITLE_AND_DESCRIPTION_1_1_1_2_1_1_1_2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pic>
        <p:nvPicPr>
          <p:cNvPr id="381" name="Google Shape;381;p36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36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4" name="Google Shape;384;p36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5" name="Google Shape;385;p36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86" name="Google Shape;386;p36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6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88" name="Google Shape;388;p36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6"/>
          <p:cNvPicPr preferRelativeResize="0"/>
          <p:nvPr/>
        </p:nvPicPr>
        <p:blipFill rotWithShape="1">
          <a:blip r:embed="rId5">
            <a:alphaModFix/>
          </a:blip>
          <a:srcRect b="17712" l="17782" r="17367" t="17053"/>
          <a:stretch/>
        </p:blipFill>
        <p:spPr>
          <a:xfrm>
            <a:off x="1642143" y="301787"/>
            <a:ext cx="283809" cy="28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 1">
  <p:cSld name="SECTION_TITLE_AND_DESCRIPTION_1_1_1_2_1_1_1_2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pic>
        <p:nvPicPr>
          <p:cNvPr id="392" name="Google Shape;392;p37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7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5" name="Google Shape;395;p37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396" name="Google Shape;396;p37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98" name="Google Shape;398;p37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7"/>
          <p:cNvPicPr preferRelativeResize="0"/>
          <p:nvPr/>
        </p:nvPicPr>
        <p:blipFill rotWithShape="1">
          <a:blip r:embed="rId5">
            <a:alphaModFix/>
          </a:blip>
          <a:srcRect b="19796" l="19819" r="19994" t="19868"/>
          <a:stretch/>
        </p:blipFill>
        <p:spPr>
          <a:xfrm>
            <a:off x="1642149" y="308473"/>
            <a:ext cx="283801" cy="284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 1 1">
  <p:cSld name="SECTION_TITLE_AND_DESCRIPTION_1_1_1_2_1_1_1_2_1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04" name="Google Shape;404;p38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8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6" name="Google Shape;40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38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8" name="Google Shape;408;p38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409" name="Google Shape;409;p38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8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11" name="Google Shape;411;p38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2149" y="308472"/>
            <a:ext cx="283799" cy="283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 1 1 1">
  <p:cSld name="SECTION_TITLE_AND_DESCRIPTION_1_1_1_2_1_1_1_2_1_1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415" name="Google Shape;415;p39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39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0" name="Google Shape;420;p39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421" name="Google Shape;421;p39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9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24" name="Google Shape;424;p39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p39"/>
          <p:cNvGrpSpPr/>
          <p:nvPr/>
        </p:nvGrpSpPr>
        <p:grpSpPr>
          <a:xfrm>
            <a:off x="1642137" y="308455"/>
            <a:ext cx="283819" cy="284444"/>
            <a:chOff x="2575075" y="-425125"/>
            <a:chExt cx="397450" cy="398325"/>
          </a:xfrm>
        </p:grpSpPr>
        <p:sp>
          <p:nvSpPr>
            <p:cNvPr id="426" name="Google Shape;426;p39"/>
            <p:cNvSpPr/>
            <p:nvPr/>
          </p:nvSpPr>
          <p:spPr>
            <a:xfrm>
              <a:off x="2617200" y="-382575"/>
              <a:ext cx="313200" cy="313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pic>
          <p:nvPicPr>
            <p:cNvPr id="427" name="Google Shape;427;p39"/>
            <p:cNvPicPr preferRelativeResize="0"/>
            <p:nvPr/>
          </p:nvPicPr>
          <p:blipFill rotWithShape="1">
            <a:blip r:embed="rId5">
              <a:alphaModFix/>
            </a:blip>
            <a:srcRect b="6994" l="7414" r="7175" t="7405"/>
            <a:stretch/>
          </p:blipFill>
          <p:spPr>
            <a:xfrm>
              <a:off x="2575075" y="-425125"/>
              <a:ext cx="397450" cy="398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 1 1 1 1">
  <p:cSld name="SECTION_TITLE_AND_DESCRIPTION_1_1_1_2_1_1_1_2_1_1_1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430" name="Google Shape;430;p40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sp>
        <p:nvSpPr>
          <p:cNvPr id="431" name="Google Shape;431;p40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32" name="Google Shape;432;p40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3" name="Google Shape;43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40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5" name="Google Shape;435;p40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436" name="Google Shape;436;p40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0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39" name="Google Shape;439;p40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2125" y="307225"/>
            <a:ext cx="283825" cy="2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2 1 1 1 1 1">
  <p:cSld name="SECTION_TITLE_AND_DESCRIPTION_1_1_1_2_1_1_1_2_1_1_1_1_1"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3440275" y="-125"/>
            <a:ext cx="5703600" cy="51435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4C"/>
              </a:solidFill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E5EF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45" name="Google Shape;445;p41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6" name="Google Shape;44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41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8" name="Google Shape;448;p41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449" name="Google Shape;449;p41"/>
          <p:cNvPicPr preferRelativeResize="0"/>
          <p:nvPr/>
        </p:nvPicPr>
        <p:blipFill rotWithShape="1">
          <a:blip r:embed="rId2">
            <a:alphaModFix/>
          </a:blip>
          <a:srcRect b="560" l="27384" r="0" t="25808"/>
          <a:stretch/>
        </p:blipFill>
        <p:spPr>
          <a:xfrm rot="10800000">
            <a:off x="7666325" y="3642724"/>
            <a:ext cx="1489500" cy="15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1"/>
          <p:cNvPicPr preferRelativeResize="0"/>
          <p:nvPr/>
        </p:nvPicPr>
        <p:blipFill rotWithShape="1">
          <a:blip r:embed="rId3">
            <a:alphaModFix/>
          </a:blip>
          <a:srcRect b="0" l="34687" r="0" t="0"/>
          <a:stretch/>
        </p:blipFill>
        <p:spPr>
          <a:xfrm>
            <a:off x="0" y="1231292"/>
            <a:ext cx="1074424" cy="1645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1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52" name="Google Shape;452;p41" title="1_SC-DEGRADO POSITIV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71324"/>
            <a:ext cx="628870" cy="5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1" title="9_SC-ALTERNO-NEGATIV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1125" y="290263"/>
            <a:ext cx="373275" cy="3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1 1">
  <p:cSld name="SECTION_TITLE_AND_DESCRIPTION_1_1_1_2_1_1_1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42"/>
          <p:cNvPicPr preferRelativeResize="0"/>
          <p:nvPr/>
        </p:nvPicPr>
        <p:blipFill rotWithShape="1">
          <a:blip r:embed="rId2">
            <a:alphaModFix/>
          </a:blip>
          <a:srcRect b="19796" l="19819" r="19994" t="19868"/>
          <a:stretch/>
        </p:blipFill>
        <p:spPr>
          <a:xfrm>
            <a:off x="304862" y="4554500"/>
            <a:ext cx="391250" cy="39224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2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57" name="Google Shape;457;p42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8" name="Google Shape;45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42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0" name="Google Shape;460;p42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1 1 1">
  <p:cSld name="SECTION_TITLE_AND_DESCRIPTION_1_1_1_2_1_1_1_1_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3673" y="4545189"/>
            <a:ext cx="413325" cy="41334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3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64" name="Google Shape;464;p43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5" name="Google Shape;46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43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7" name="Google Shape;467;p43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1 1 1 1">
  <p:cSld name="SECTION_TITLE_AND_DESCRIPTION_1_1_1_2_1_1_1_1_1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4"/>
          <p:cNvPicPr preferRelativeResize="0"/>
          <p:nvPr/>
        </p:nvPicPr>
        <p:blipFill rotWithShape="1">
          <a:blip r:embed="rId2">
            <a:alphaModFix/>
          </a:blip>
          <a:srcRect b="6994" l="7414" r="7175" t="7405"/>
          <a:stretch/>
        </p:blipFill>
        <p:spPr>
          <a:xfrm>
            <a:off x="302675" y="4552100"/>
            <a:ext cx="397450" cy="39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4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71" name="Google Shape;471;p44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2" name="Google Shape;47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44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44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1 1 1 1 1">
  <p:cSld name="SECTION_TITLE_AND_DESCRIPTION_1_1_1_2_1_1_1_1_1_1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2675" y="4552100"/>
            <a:ext cx="397450" cy="39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5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78" name="Google Shape;478;p45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9" name="Google Shape;47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45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1" name="Google Shape;481;p45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 2 1 1 1 1 1 1 1 1 1">
  <p:cSld name="SECTION_TITLE_AND_DESCRIPTION_1_1_1_2_1_1_1_1_1_1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84" name="Google Shape;484;p46"/>
          <p:cNvSpPr txBox="1"/>
          <p:nvPr>
            <p:ph type="title"/>
          </p:nvPr>
        </p:nvSpPr>
        <p:spPr>
          <a:xfrm>
            <a:off x="265500" y="592975"/>
            <a:ext cx="6699600" cy="60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200"/>
              <a:buNone/>
              <a:defRPr sz="32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5" name="Google Shape;48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46"/>
          <p:cNvSpPr txBox="1"/>
          <p:nvPr>
            <p:ph idx="1" type="subTitle"/>
          </p:nvPr>
        </p:nvSpPr>
        <p:spPr>
          <a:xfrm>
            <a:off x="265500" y="990075"/>
            <a:ext cx="34419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2200"/>
              <a:buFont typeface="Jost Medium"/>
              <a:buNone/>
              <a:defRPr sz="22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7" name="Google Shape;487;p46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pic>
        <p:nvPicPr>
          <p:cNvPr id="488" name="Google Shape;488;p46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4587624"/>
            <a:ext cx="380697" cy="380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91" name="Google Shape;491;p47"/>
          <p:cNvSpPr/>
          <p:nvPr>
            <p:ph idx="2" type="pic"/>
          </p:nvPr>
        </p:nvSpPr>
        <p:spPr>
          <a:xfrm>
            <a:off x="7425" y="7425"/>
            <a:ext cx="9144000" cy="364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92" name="Google Shape;49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3" name="Google Shape;493;p47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281025"/>
            <a:ext cx="338699" cy="3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7"/>
          <p:cNvSpPr/>
          <p:nvPr/>
        </p:nvSpPr>
        <p:spPr>
          <a:xfrm>
            <a:off x="822250" y="301225"/>
            <a:ext cx="81990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495" name="Google Shape;495;p47"/>
          <p:cNvSpPr txBox="1"/>
          <p:nvPr/>
        </p:nvSpPr>
        <p:spPr>
          <a:xfrm>
            <a:off x="98510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  <p:sp>
        <p:nvSpPr>
          <p:cNvPr id="496" name="Google Shape;496;p47"/>
          <p:cNvSpPr txBox="1"/>
          <p:nvPr>
            <p:ph idx="1" type="body"/>
          </p:nvPr>
        </p:nvSpPr>
        <p:spPr>
          <a:xfrm>
            <a:off x="6882775" y="312175"/>
            <a:ext cx="1977000" cy="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Char char="●"/>
              <a:defRPr>
                <a:solidFill>
                  <a:srgbClr val="00004C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497" name="Google Shape;497;p47"/>
          <p:cNvSpPr txBox="1"/>
          <p:nvPr>
            <p:ph type="title"/>
          </p:nvPr>
        </p:nvSpPr>
        <p:spPr>
          <a:xfrm>
            <a:off x="1498749" y="3794675"/>
            <a:ext cx="79431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800"/>
              <a:buNone/>
              <a:defRPr sz="38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8" name="Google Shape;498;p47"/>
          <p:cNvSpPr txBox="1"/>
          <p:nvPr>
            <p:ph idx="3" type="subTitle"/>
          </p:nvPr>
        </p:nvSpPr>
        <p:spPr>
          <a:xfrm>
            <a:off x="660900" y="4280825"/>
            <a:ext cx="79431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900"/>
              <a:buFont typeface="Jost Medium"/>
              <a:buNone/>
              <a:defRPr sz="3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99" name="Google Shape;499;p47"/>
          <p:cNvSpPr/>
          <p:nvPr/>
        </p:nvSpPr>
        <p:spPr>
          <a:xfrm>
            <a:off x="822250" y="39494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89ED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00" name="Google Shape;500;p47"/>
          <p:cNvSpPr txBox="1"/>
          <p:nvPr>
            <p:ph idx="4" type="subTitle"/>
          </p:nvPr>
        </p:nvSpPr>
        <p:spPr>
          <a:xfrm>
            <a:off x="906800" y="39535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Font typeface="Jost"/>
              <a:buNone/>
              <a:defRPr b="1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7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02" name="Google Shape;502;p47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05" name="Google Shape;505;p48"/>
          <p:cNvSpPr/>
          <p:nvPr>
            <p:ph idx="2" type="pic"/>
          </p:nvPr>
        </p:nvSpPr>
        <p:spPr>
          <a:xfrm>
            <a:off x="7425" y="7425"/>
            <a:ext cx="9144000" cy="364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06" name="Google Shape;506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48"/>
          <p:cNvSpPr/>
          <p:nvPr/>
        </p:nvSpPr>
        <p:spPr>
          <a:xfrm>
            <a:off x="822250" y="301225"/>
            <a:ext cx="81990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08" name="Google Shape;508;p48"/>
          <p:cNvSpPr txBox="1"/>
          <p:nvPr>
            <p:ph idx="1" type="body"/>
          </p:nvPr>
        </p:nvSpPr>
        <p:spPr>
          <a:xfrm>
            <a:off x="6882775" y="312175"/>
            <a:ext cx="1977000" cy="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Char char="●"/>
              <a:defRPr>
                <a:solidFill>
                  <a:srgbClr val="00004C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509" name="Google Shape;509;p48"/>
          <p:cNvSpPr txBox="1"/>
          <p:nvPr>
            <p:ph type="title"/>
          </p:nvPr>
        </p:nvSpPr>
        <p:spPr>
          <a:xfrm>
            <a:off x="1498749" y="3794675"/>
            <a:ext cx="79431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800"/>
              <a:buNone/>
              <a:defRPr sz="38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0" name="Google Shape;510;p48"/>
          <p:cNvSpPr txBox="1"/>
          <p:nvPr>
            <p:ph idx="3" type="subTitle"/>
          </p:nvPr>
        </p:nvSpPr>
        <p:spPr>
          <a:xfrm>
            <a:off x="660900" y="4280825"/>
            <a:ext cx="79431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900"/>
              <a:buFont typeface="Jost Medium"/>
              <a:buNone/>
              <a:defRPr sz="3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1" name="Google Shape;511;p48"/>
          <p:cNvSpPr/>
          <p:nvPr/>
        </p:nvSpPr>
        <p:spPr>
          <a:xfrm>
            <a:off x="822250" y="39494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17A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12" name="Google Shape;512;p48"/>
          <p:cNvSpPr txBox="1"/>
          <p:nvPr>
            <p:ph idx="4" type="subTitle"/>
          </p:nvPr>
        </p:nvSpPr>
        <p:spPr>
          <a:xfrm>
            <a:off x="906800" y="39535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Font typeface="Jost"/>
              <a:buNone/>
              <a:defRPr b="1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48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14" name="Google Shape;514;p4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5" name="Google Shape;515;p48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281025"/>
            <a:ext cx="338699" cy="3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8"/>
          <p:cNvSpPr txBox="1"/>
          <p:nvPr/>
        </p:nvSpPr>
        <p:spPr>
          <a:xfrm>
            <a:off x="98510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">
  <p:cSld name="CAPTION_ONLY_1_1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9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19" name="Google Shape;519;p49"/>
          <p:cNvSpPr/>
          <p:nvPr>
            <p:ph idx="2" type="pic"/>
          </p:nvPr>
        </p:nvSpPr>
        <p:spPr>
          <a:xfrm>
            <a:off x="7425" y="7425"/>
            <a:ext cx="9144000" cy="364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20" name="Google Shape;52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49"/>
          <p:cNvSpPr/>
          <p:nvPr/>
        </p:nvSpPr>
        <p:spPr>
          <a:xfrm>
            <a:off x="822250" y="301225"/>
            <a:ext cx="81990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22" name="Google Shape;522;p49"/>
          <p:cNvSpPr txBox="1"/>
          <p:nvPr>
            <p:ph idx="1" type="body"/>
          </p:nvPr>
        </p:nvSpPr>
        <p:spPr>
          <a:xfrm>
            <a:off x="6882775" y="312175"/>
            <a:ext cx="1977000" cy="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Char char="●"/>
              <a:defRPr>
                <a:solidFill>
                  <a:srgbClr val="00004C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523" name="Google Shape;523;p49"/>
          <p:cNvSpPr txBox="1"/>
          <p:nvPr>
            <p:ph type="title"/>
          </p:nvPr>
        </p:nvSpPr>
        <p:spPr>
          <a:xfrm>
            <a:off x="1498749" y="3794675"/>
            <a:ext cx="79431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800"/>
              <a:buNone/>
              <a:defRPr sz="38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4" name="Google Shape;524;p49"/>
          <p:cNvSpPr txBox="1"/>
          <p:nvPr>
            <p:ph idx="3" type="subTitle"/>
          </p:nvPr>
        </p:nvSpPr>
        <p:spPr>
          <a:xfrm>
            <a:off x="660900" y="4280825"/>
            <a:ext cx="79431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900"/>
              <a:buFont typeface="Jost Medium"/>
              <a:buNone/>
              <a:defRPr sz="3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25" name="Google Shape;525;p49"/>
          <p:cNvSpPr/>
          <p:nvPr/>
        </p:nvSpPr>
        <p:spPr>
          <a:xfrm>
            <a:off x="822250" y="39494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26" name="Google Shape;526;p49"/>
          <p:cNvSpPr txBox="1"/>
          <p:nvPr>
            <p:ph idx="4" type="subTitle"/>
          </p:nvPr>
        </p:nvSpPr>
        <p:spPr>
          <a:xfrm>
            <a:off x="906800" y="39535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Font typeface="Jost"/>
              <a:buNone/>
              <a:defRPr b="1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49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28" name="Google Shape;528;p49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9" name="Google Shape;529;p49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281025"/>
            <a:ext cx="338699" cy="3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9"/>
          <p:cNvSpPr txBox="1"/>
          <p:nvPr/>
        </p:nvSpPr>
        <p:spPr>
          <a:xfrm>
            <a:off x="98510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 1 1">
  <p:cSld name="CAPTION_ONLY_1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33" name="Google Shape;533;p50"/>
          <p:cNvSpPr/>
          <p:nvPr>
            <p:ph idx="2" type="pic"/>
          </p:nvPr>
        </p:nvSpPr>
        <p:spPr>
          <a:xfrm>
            <a:off x="7425" y="7425"/>
            <a:ext cx="9144000" cy="364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34" name="Google Shape;53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50"/>
          <p:cNvSpPr/>
          <p:nvPr/>
        </p:nvSpPr>
        <p:spPr>
          <a:xfrm>
            <a:off x="822250" y="301225"/>
            <a:ext cx="81990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36" name="Google Shape;536;p50"/>
          <p:cNvSpPr txBox="1"/>
          <p:nvPr>
            <p:ph idx="1" type="body"/>
          </p:nvPr>
        </p:nvSpPr>
        <p:spPr>
          <a:xfrm>
            <a:off x="6882775" y="312175"/>
            <a:ext cx="1977000" cy="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Char char="●"/>
              <a:defRPr>
                <a:solidFill>
                  <a:srgbClr val="00004C"/>
                </a:solidFill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●"/>
              <a:defRPr>
                <a:solidFill>
                  <a:srgbClr val="00004C"/>
                </a:solidFill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○"/>
              <a:defRPr>
                <a:solidFill>
                  <a:srgbClr val="00004C"/>
                </a:solidFill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400"/>
              <a:buChar char="■"/>
              <a:defRPr>
                <a:solidFill>
                  <a:srgbClr val="00004C"/>
                </a:solidFill>
              </a:defRPr>
            </a:lvl9pPr>
          </a:lstStyle>
          <a:p/>
        </p:txBody>
      </p:sp>
      <p:sp>
        <p:nvSpPr>
          <p:cNvPr id="537" name="Google Shape;537;p50"/>
          <p:cNvSpPr txBox="1"/>
          <p:nvPr>
            <p:ph type="title"/>
          </p:nvPr>
        </p:nvSpPr>
        <p:spPr>
          <a:xfrm>
            <a:off x="1498749" y="3794675"/>
            <a:ext cx="7943100" cy="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800"/>
              <a:buNone/>
              <a:defRPr sz="3800">
                <a:solidFill>
                  <a:srgbClr val="00004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8" name="Google Shape;538;p50"/>
          <p:cNvSpPr txBox="1"/>
          <p:nvPr>
            <p:ph idx="3" type="subTitle"/>
          </p:nvPr>
        </p:nvSpPr>
        <p:spPr>
          <a:xfrm>
            <a:off x="660900" y="4280825"/>
            <a:ext cx="7943100" cy="5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3900"/>
              <a:buFont typeface="Jost Medium"/>
              <a:buNone/>
              <a:defRPr sz="3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9" name="Google Shape;539;p50"/>
          <p:cNvSpPr/>
          <p:nvPr/>
        </p:nvSpPr>
        <p:spPr>
          <a:xfrm>
            <a:off x="822250" y="3949475"/>
            <a:ext cx="676500" cy="323100"/>
          </a:xfrm>
          <a:prstGeom prst="roundRect">
            <a:avLst>
              <a:gd fmla="val 50000" name="adj"/>
            </a:avLst>
          </a:prstGeom>
          <a:solidFill>
            <a:srgbClr val="F72B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40" name="Google Shape;540;p50"/>
          <p:cNvSpPr txBox="1"/>
          <p:nvPr>
            <p:ph idx="4" type="subTitle"/>
          </p:nvPr>
        </p:nvSpPr>
        <p:spPr>
          <a:xfrm>
            <a:off x="906800" y="3953525"/>
            <a:ext cx="490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800"/>
              <a:buFont typeface="Jost"/>
              <a:buNone/>
              <a:defRPr b="1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50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42" name="Google Shape;542;p5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3" name="Google Shape;543;p50" title="8_SC-ALTERNO-POSITIVO.png"/>
          <p:cNvPicPr preferRelativeResize="0"/>
          <p:nvPr/>
        </p:nvPicPr>
        <p:blipFill rotWithShape="1">
          <a:blip r:embed="rId2">
            <a:alphaModFix/>
          </a:blip>
          <a:srcRect b="0" l="8889" r="8881" t="0"/>
          <a:stretch/>
        </p:blipFill>
        <p:spPr>
          <a:xfrm>
            <a:off x="311700" y="281025"/>
            <a:ext cx="338699" cy="3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0"/>
          <p:cNvSpPr txBox="1"/>
          <p:nvPr/>
        </p:nvSpPr>
        <p:spPr>
          <a:xfrm>
            <a:off x="985100" y="269875"/>
            <a:ext cx="14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4C"/>
                </a:solidFill>
                <a:latin typeface="Jost Medium"/>
                <a:ea typeface="Jost Medium"/>
                <a:cs typeface="Jost Medium"/>
                <a:sym typeface="Jost Medium"/>
              </a:rPr>
              <a:t>SKILLCLOUD</a:t>
            </a:r>
            <a:endParaRPr sz="900">
              <a:solidFill>
                <a:srgbClr val="00004C"/>
              </a:solidFill>
              <a:latin typeface="Jost Medium"/>
              <a:ea typeface="Jost Medium"/>
              <a:cs typeface="Jost Medium"/>
              <a:sym typeface="Jost Medium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/>
          <p:nvPr/>
        </p:nvSpPr>
        <p:spPr>
          <a:xfrm>
            <a:off x="8663100" y="0"/>
            <a:ext cx="480900" cy="5157600"/>
          </a:xfrm>
          <a:prstGeom prst="rect">
            <a:avLst/>
          </a:prstGeom>
          <a:solidFill>
            <a:srgbClr val="D6E1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47" name="Google Shape;547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4C"/>
              </a:buClr>
              <a:buSzPts val="12000"/>
              <a:buNone/>
              <a:defRPr sz="12000">
                <a:solidFill>
                  <a:srgbClr val="00004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8" name="Google Shape;548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9" name="Google Shape;54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5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51" name="Google Shape;551;p51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4" name="Google Shape;554;p52" title="Curva 2.png"/>
          <p:cNvPicPr preferRelativeResize="0"/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752963" y="0"/>
            <a:ext cx="43910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1ED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696300" y="4751725"/>
            <a:ext cx="380700" cy="216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0000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t Black"/>
              <a:buNone/>
              <a:defRPr sz="2800">
                <a:solidFill>
                  <a:schemeClr val="dk1"/>
                </a:solidFill>
                <a:latin typeface="Jost Black"/>
                <a:ea typeface="Jost Black"/>
                <a:cs typeface="Jost Black"/>
                <a:sym typeface="Jos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tamaran"/>
              <a:buChar char="●"/>
              <a:defRPr sz="18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○"/>
              <a:defRPr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■"/>
              <a:defRPr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●"/>
              <a:defRPr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○"/>
              <a:defRPr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■"/>
              <a:defRPr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●"/>
              <a:defRPr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○"/>
              <a:defRPr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tamaran"/>
              <a:buChar char="■"/>
              <a:defRPr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000">
                <a:solidFill>
                  <a:srgbClr val="00004C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 txBox="1"/>
          <p:nvPr>
            <p:ph type="ctrTitle"/>
          </p:nvPr>
        </p:nvSpPr>
        <p:spPr>
          <a:xfrm>
            <a:off x="514150" y="2842325"/>
            <a:ext cx="7958400" cy="12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00">
                <a:latin typeface="Work Sans Black"/>
                <a:ea typeface="Work Sans Black"/>
                <a:cs typeface="Work Sans Black"/>
                <a:sym typeface="Work Sans Black"/>
              </a:rPr>
              <a:t>MONTHLY </a:t>
            </a:r>
            <a:r>
              <a:rPr lang="en" sz="3800">
                <a:latin typeface="Work Sans Black"/>
                <a:ea typeface="Work Sans Black"/>
                <a:cs typeface="Work Sans Black"/>
                <a:sym typeface="Work Sans Black"/>
              </a:rPr>
              <a:t>MARKETING</a:t>
            </a:r>
            <a:endParaRPr sz="3800">
              <a:latin typeface="Work Sans Black"/>
              <a:ea typeface="Work Sans Black"/>
              <a:cs typeface="Work Sans Black"/>
              <a:sym typeface="Work Sans Black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SzPts val="990"/>
              <a:buNone/>
            </a:pPr>
            <a:r>
              <a:rPr lang="en" sz="3800">
                <a:latin typeface="Work Sans Black"/>
                <a:ea typeface="Work Sans Black"/>
                <a:cs typeface="Work Sans Black"/>
                <a:sym typeface="Work Sans Black"/>
              </a:rPr>
              <a:t>PLATFORMS REPORT</a:t>
            </a:r>
            <a:endParaRPr sz="3800"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560" name="Google Shape;560;p53"/>
          <p:cNvSpPr txBox="1"/>
          <p:nvPr>
            <p:ph idx="1" type="subTitle"/>
          </p:nvPr>
        </p:nvSpPr>
        <p:spPr>
          <a:xfrm>
            <a:off x="561925" y="3932800"/>
            <a:ext cx="67884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Wix Madefor Display"/>
                <a:ea typeface="Wix Madefor Display"/>
                <a:cs typeface="Wix Madefor Display"/>
                <a:sym typeface="Wix Madefor Display"/>
              </a:rPr>
              <a:t>MONTH YEAR</a:t>
            </a:r>
            <a:endParaRPr b="1" sz="2600"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D9AFF"/>
            </a:gs>
            <a:gs pos="100000">
              <a:srgbClr val="0C356E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4"/>
          <p:cNvSpPr/>
          <p:nvPr/>
        </p:nvSpPr>
        <p:spPr>
          <a:xfrm>
            <a:off x="513700" y="1510000"/>
            <a:ext cx="2419200" cy="2910000"/>
          </a:xfrm>
          <a:prstGeom prst="roundRect">
            <a:avLst>
              <a:gd fmla="val 6114" name="adj"/>
            </a:avLst>
          </a:prstGeom>
          <a:gradFill>
            <a:gsLst>
              <a:gs pos="0">
                <a:srgbClr val="01B1F4"/>
              </a:gs>
              <a:gs pos="64000">
                <a:srgbClr val="38C3F8"/>
              </a:gs>
              <a:gs pos="100000">
                <a:srgbClr val="AAE7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7996" rotWithShape="0" algn="bl" dir="6600000" dist="77996">
              <a:srgbClr val="051391">
                <a:alpha val="50000"/>
              </a:srgbClr>
            </a:outerShdw>
            <a:reflection blurRad="0" dir="5400000" dist="25999" endA="0" endPos="4000" fadeDir="5400012" kx="0" rotWithShape="0" algn="bl" stPos="0" sy="-100000" ky="0"/>
          </a:effectLst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66" name="Google Shape;566;p54"/>
          <p:cNvSpPr txBox="1"/>
          <p:nvPr>
            <p:ph type="title"/>
          </p:nvPr>
        </p:nvSpPr>
        <p:spPr>
          <a:xfrm>
            <a:off x="643700" y="673963"/>
            <a:ext cx="2658900" cy="465000"/>
          </a:xfrm>
          <a:prstGeom prst="rect">
            <a:avLst/>
          </a:prstGeom>
        </p:spPr>
        <p:txBody>
          <a:bodyPr anchorCtr="0" anchor="b" bIns="70625" lIns="70625" spcFirstLastPara="1" rIns="70625" wrap="square" tIns="706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FACEBOOK</a:t>
            </a:r>
            <a:endParaRPr sz="2472">
              <a:solidFill>
                <a:schemeClr val="lt1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567" name="Google Shape;567;p54"/>
          <p:cNvSpPr txBox="1"/>
          <p:nvPr>
            <p:ph idx="1" type="subTitle"/>
          </p:nvPr>
        </p:nvSpPr>
        <p:spPr>
          <a:xfrm>
            <a:off x="643704" y="980737"/>
            <a:ext cx="2658900" cy="383100"/>
          </a:xfrm>
          <a:prstGeom prst="rect">
            <a:avLst/>
          </a:prstGeom>
        </p:spPr>
        <p:txBody>
          <a:bodyPr anchorCtr="0" anchor="t" bIns="70625" lIns="70625" spcFirstLastPara="1" rIns="70625" wrap="square" tIns="706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REPORT</a:t>
            </a:r>
            <a:endParaRPr sz="1700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568" name="Google Shape;568;p54"/>
          <p:cNvSpPr txBox="1"/>
          <p:nvPr>
            <p:ph idx="12" type="sldNum"/>
          </p:nvPr>
        </p:nvSpPr>
        <p:spPr>
          <a:xfrm>
            <a:off x="859530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9" name="Google Shape;569;p54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570" name="Google Shape;570;p54"/>
          <p:cNvSpPr/>
          <p:nvPr/>
        </p:nvSpPr>
        <p:spPr>
          <a:xfrm>
            <a:off x="259675" y="797839"/>
            <a:ext cx="384000" cy="211800"/>
          </a:xfrm>
          <a:prstGeom prst="roundRect">
            <a:avLst>
              <a:gd fmla="val 50000" name="adj"/>
            </a:avLst>
          </a:prstGeom>
          <a:solidFill>
            <a:srgbClr val="17ACFF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571" name="Google Shape;57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74" y="841738"/>
            <a:ext cx="124031" cy="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4"/>
          <p:cNvSpPr/>
          <p:nvPr/>
        </p:nvSpPr>
        <p:spPr>
          <a:xfrm>
            <a:off x="624246" y="1669712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73" name="Google Shape;573;p54"/>
          <p:cNvSpPr/>
          <p:nvPr/>
        </p:nvSpPr>
        <p:spPr>
          <a:xfrm>
            <a:off x="624246" y="2328654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74" name="Google Shape;574;p54"/>
          <p:cNvSpPr/>
          <p:nvPr/>
        </p:nvSpPr>
        <p:spPr>
          <a:xfrm>
            <a:off x="624246" y="298758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75" name="Google Shape;575;p54"/>
          <p:cNvSpPr/>
          <p:nvPr/>
        </p:nvSpPr>
        <p:spPr>
          <a:xfrm>
            <a:off x="624246" y="364651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76" name="Google Shape;576;p54"/>
          <p:cNvSpPr txBox="1"/>
          <p:nvPr>
            <p:ph idx="1" type="subTitle"/>
          </p:nvPr>
        </p:nvSpPr>
        <p:spPr>
          <a:xfrm>
            <a:off x="1976943" y="1790232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Reach/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Viewers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77" name="Google Shape;577;p54"/>
          <p:cNvSpPr txBox="1"/>
          <p:nvPr>
            <p:ph idx="1" type="subTitle"/>
          </p:nvPr>
        </p:nvSpPr>
        <p:spPr>
          <a:xfrm>
            <a:off x="1976958" y="2460217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Feed &amp; Reels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Interactions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78" name="Google Shape;578;p54"/>
          <p:cNvSpPr txBox="1"/>
          <p:nvPr>
            <p:ph idx="1" type="subTitle"/>
          </p:nvPr>
        </p:nvSpPr>
        <p:spPr>
          <a:xfrm>
            <a:off x="1946793" y="3107973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Posts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79" name="Google Shape;579;p54"/>
          <p:cNvSpPr txBox="1"/>
          <p:nvPr>
            <p:ph idx="1" type="subTitle"/>
          </p:nvPr>
        </p:nvSpPr>
        <p:spPr>
          <a:xfrm>
            <a:off x="1978183" y="3766904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 Fans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580" name="Google Shape;580;p54"/>
          <p:cNvSpPr/>
          <p:nvPr/>
        </p:nvSpPr>
        <p:spPr>
          <a:xfrm>
            <a:off x="2106012" y="3526541"/>
            <a:ext cx="480600" cy="192600"/>
          </a:xfrm>
          <a:prstGeom prst="roundRect">
            <a:avLst>
              <a:gd fmla="val 50000" name="adj"/>
            </a:avLst>
          </a:prstGeom>
          <a:solidFill>
            <a:srgbClr val="FFDD00"/>
          </a:solidFill>
          <a:ln>
            <a:noFill/>
          </a:ln>
        </p:spPr>
        <p:txBody>
          <a:bodyPr anchorCtr="0" anchor="ctr" bIns="64250" lIns="64250" spcFirstLastPara="1" rIns="64250" wrap="square" tIns="6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rgbClr val="00004C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+223</a:t>
            </a:r>
            <a:endParaRPr sz="910">
              <a:solidFill>
                <a:srgbClr val="00004C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581" name="Google Shape;581;p54"/>
          <p:cNvSpPr/>
          <p:nvPr/>
        </p:nvSpPr>
        <p:spPr>
          <a:xfrm rot="3484209">
            <a:off x="3160049" y="252678"/>
            <a:ext cx="506542" cy="506542"/>
          </a:xfrm>
          <a:prstGeom prst="ellipse">
            <a:avLst/>
          </a:prstGeom>
          <a:gradFill>
            <a:gsLst>
              <a:gs pos="0">
                <a:srgbClr val="E5EFF6"/>
              </a:gs>
              <a:gs pos="100000">
                <a:srgbClr val="01B1F4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582" name="Google Shape;582;p5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334" y="1970924"/>
            <a:ext cx="4032166" cy="1224326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3" name="Google Shape;583;p54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2979" y="3456800"/>
            <a:ext cx="4068314" cy="1184276"/>
          </a:xfrm>
          <a:prstGeom prst="rect">
            <a:avLst/>
          </a:prstGeom>
          <a:noFill/>
          <a:ln cap="flat" cmpd="sng" w="65650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4" name="Google Shape;584;p54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71277" y="551558"/>
            <a:ext cx="4032174" cy="1181890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5" name="Google Shape;585;p54"/>
          <p:cNvSpPr/>
          <p:nvPr/>
        </p:nvSpPr>
        <p:spPr>
          <a:xfrm>
            <a:off x="4157150" y="52365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FB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Total Reach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6" name="Google Shape;586;p54"/>
          <p:cNvSpPr/>
          <p:nvPr/>
        </p:nvSpPr>
        <p:spPr>
          <a:xfrm>
            <a:off x="4164213" y="1948238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FB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Total Interactions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587" name="Google Shape;587;p54"/>
          <p:cNvSpPr/>
          <p:nvPr/>
        </p:nvSpPr>
        <p:spPr>
          <a:xfrm>
            <a:off x="4157150" y="3432713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FB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New Fans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aphicFrame>
        <p:nvGraphicFramePr>
          <p:cNvPr id="588" name="Google Shape;588;p54"/>
          <p:cNvGraphicFramePr/>
          <p:nvPr/>
        </p:nvGraphicFramePr>
        <p:xfrm>
          <a:off x="443550" y="175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70500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378,282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9" name="Google Shape;589;p54"/>
          <p:cNvGraphicFramePr/>
          <p:nvPr/>
        </p:nvGraphicFramePr>
        <p:xfrm>
          <a:off x="481700" y="2437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70500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9402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0" name="Google Shape;590;p54"/>
          <p:cNvGraphicFramePr/>
          <p:nvPr/>
        </p:nvGraphicFramePr>
        <p:xfrm>
          <a:off x="419725" y="309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70500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16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54"/>
          <p:cNvGraphicFramePr/>
          <p:nvPr/>
        </p:nvGraphicFramePr>
        <p:xfrm>
          <a:off x="419725" y="37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701625"/>
                <a:gridCol w="2605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194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55"/>
          <p:cNvSpPr/>
          <p:nvPr/>
        </p:nvSpPr>
        <p:spPr>
          <a:xfrm>
            <a:off x="513700" y="1510000"/>
            <a:ext cx="2419200" cy="2910000"/>
          </a:xfrm>
          <a:prstGeom prst="roundRect">
            <a:avLst>
              <a:gd fmla="val 6114" name="adj"/>
            </a:avLst>
          </a:prstGeom>
          <a:gradFill>
            <a:gsLst>
              <a:gs pos="0">
                <a:srgbClr val="01B1F4"/>
              </a:gs>
              <a:gs pos="64000">
                <a:srgbClr val="38C3F8"/>
              </a:gs>
              <a:gs pos="100000">
                <a:srgbClr val="AAE7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7996" rotWithShape="0" algn="bl" dir="6600000" dist="77996">
              <a:srgbClr val="051391">
                <a:alpha val="50000"/>
              </a:srgbClr>
            </a:outerShdw>
            <a:reflection blurRad="0" dir="5400000" dist="25999" endA="0" endPos="4000" fadeDir="5400012" kx="0" rotWithShape="0" algn="bl" stPos="0" sy="-100000" ky="0"/>
          </a:effectLst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8" name="Google Shape;598;p55"/>
          <p:cNvSpPr txBox="1"/>
          <p:nvPr>
            <p:ph type="title"/>
          </p:nvPr>
        </p:nvSpPr>
        <p:spPr>
          <a:xfrm>
            <a:off x="643700" y="673963"/>
            <a:ext cx="2658900" cy="465000"/>
          </a:xfrm>
          <a:prstGeom prst="rect">
            <a:avLst/>
          </a:prstGeom>
        </p:spPr>
        <p:txBody>
          <a:bodyPr anchorCtr="0" anchor="b" bIns="70625" lIns="70625" spcFirstLastPara="1" rIns="70625" wrap="square" tIns="706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INSTAGRAM</a:t>
            </a:r>
            <a:endParaRPr sz="2472">
              <a:solidFill>
                <a:schemeClr val="lt1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599" name="Google Shape;599;p55"/>
          <p:cNvSpPr txBox="1"/>
          <p:nvPr>
            <p:ph idx="1" type="subTitle"/>
          </p:nvPr>
        </p:nvSpPr>
        <p:spPr>
          <a:xfrm>
            <a:off x="643704" y="980737"/>
            <a:ext cx="2658900" cy="383100"/>
          </a:xfrm>
          <a:prstGeom prst="rect">
            <a:avLst/>
          </a:prstGeom>
        </p:spPr>
        <p:txBody>
          <a:bodyPr anchorCtr="0" anchor="t" bIns="70625" lIns="70625" spcFirstLastPara="1" rIns="70625" wrap="square" tIns="706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REPORT</a:t>
            </a:r>
            <a:endParaRPr sz="1700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600" name="Google Shape;600;p55"/>
          <p:cNvSpPr/>
          <p:nvPr/>
        </p:nvSpPr>
        <p:spPr>
          <a:xfrm>
            <a:off x="259675" y="797839"/>
            <a:ext cx="384000" cy="211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FA41B"/>
              </a:gs>
              <a:gs pos="100000">
                <a:srgbClr val="FF00FF"/>
              </a:gs>
            </a:gsLst>
            <a:lin ang="0" scaled="0"/>
          </a:gra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01" name="Google Shape;60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74" y="841738"/>
            <a:ext cx="124031" cy="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55"/>
          <p:cNvSpPr/>
          <p:nvPr/>
        </p:nvSpPr>
        <p:spPr>
          <a:xfrm>
            <a:off x="624246" y="1669712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03" name="Google Shape;603;p55"/>
          <p:cNvSpPr/>
          <p:nvPr/>
        </p:nvSpPr>
        <p:spPr>
          <a:xfrm>
            <a:off x="624246" y="2328654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04" name="Google Shape;604;p55"/>
          <p:cNvSpPr/>
          <p:nvPr/>
        </p:nvSpPr>
        <p:spPr>
          <a:xfrm>
            <a:off x="624246" y="298758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05" name="Google Shape;605;p55"/>
          <p:cNvSpPr/>
          <p:nvPr/>
        </p:nvSpPr>
        <p:spPr>
          <a:xfrm>
            <a:off x="624246" y="364651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06" name="Google Shape;606;p55"/>
          <p:cNvSpPr txBox="1"/>
          <p:nvPr>
            <p:ph idx="1" type="subTitle"/>
          </p:nvPr>
        </p:nvSpPr>
        <p:spPr>
          <a:xfrm>
            <a:off x="1946793" y="1790232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Reach/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Viewers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07" name="Google Shape;607;p55"/>
          <p:cNvSpPr txBox="1"/>
          <p:nvPr>
            <p:ph idx="1" type="subTitle"/>
          </p:nvPr>
        </p:nvSpPr>
        <p:spPr>
          <a:xfrm>
            <a:off x="1978183" y="2460217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Feed &amp; Reels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Interactions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08" name="Google Shape;608;p55"/>
          <p:cNvSpPr txBox="1"/>
          <p:nvPr>
            <p:ph idx="1" type="subTitle"/>
          </p:nvPr>
        </p:nvSpPr>
        <p:spPr>
          <a:xfrm>
            <a:off x="1946793" y="3119148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Posts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09" name="Google Shape;609;p55"/>
          <p:cNvSpPr txBox="1"/>
          <p:nvPr>
            <p:ph idx="1" type="subTitle"/>
          </p:nvPr>
        </p:nvSpPr>
        <p:spPr>
          <a:xfrm>
            <a:off x="1978183" y="3778079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 Fans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610" name="Google Shape;610;p5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200" y="566962"/>
            <a:ext cx="4032173" cy="1166481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1" name="Google Shape;611;p55"/>
          <p:cNvSpPr/>
          <p:nvPr/>
        </p:nvSpPr>
        <p:spPr>
          <a:xfrm>
            <a:off x="4176075" y="55105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IG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Total Reach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12" name="Google Shape;612;p55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200" y="1988502"/>
            <a:ext cx="4032173" cy="1166491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3" name="Google Shape;613;p55"/>
          <p:cNvSpPr/>
          <p:nvPr/>
        </p:nvSpPr>
        <p:spPr>
          <a:xfrm>
            <a:off x="4176075" y="197400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IG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Total Interactions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614" name="Google Shape;614;p5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200" y="3410054"/>
            <a:ext cx="4032173" cy="1165754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5" name="Google Shape;615;p55"/>
          <p:cNvSpPr/>
          <p:nvPr/>
        </p:nvSpPr>
        <p:spPr>
          <a:xfrm>
            <a:off x="4176075" y="339695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IG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New Followers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aphicFrame>
        <p:nvGraphicFramePr>
          <p:cNvPr id="616" name="Google Shape;616;p55"/>
          <p:cNvGraphicFramePr/>
          <p:nvPr/>
        </p:nvGraphicFramePr>
        <p:xfrm>
          <a:off x="496988" y="177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62,686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7" name="Google Shape;617;p55"/>
          <p:cNvGraphicFramePr/>
          <p:nvPr/>
        </p:nvGraphicFramePr>
        <p:xfrm>
          <a:off x="497000" y="243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261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8" name="Google Shape;618;p55"/>
          <p:cNvGraphicFramePr/>
          <p:nvPr/>
        </p:nvGraphicFramePr>
        <p:xfrm>
          <a:off x="513700" y="309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31200"/>
                <a:gridCol w="2738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16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9" name="Google Shape;619;p55"/>
          <p:cNvGraphicFramePr/>
          <p:nvPr/>
        </p:nvGraphicFramePr>
        <p:xfrm>
          <a:off x="513700" y="377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900"/>
                <a:gridCol w="2571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576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065" y="3396950"/>
            <a:ext cx="4035482" cy="1166500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5" name="Google Shape;625;p5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200" y="1981951"/>
            <a:ext cx="4034353" cy="1166500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26" name="Google Shape;626;p56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200" y="566951"/>
            <a:ext cx="4034353" cy="1166500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7" name="Google Shape;627;p56"/>
          <p:cNvSpPr/>
          <p:nvPr/>
        </p:nvSpPr>
        <p:spPr>
          <a:xfrm>
            <a:off x="513700" y="1510000"/>
            <a:ext cx="2419200" cy="2910000"/>
          </a:xfrm>
          <a:prstGeom prst="roundRect">
            <a:avLst>
              <a:gd fmla="val 6114" name="adj"/>
            </a:avLst>
          </a:prstGeom>
          <a:gradFill>
            <a:gsLst>
              <a:gs pos="0">
                <a:srgbClr val="01B1F4"/>
              </a:gs>
              <a:gs pos="64000">
                <a:srgbClr val="38C3F8"/>
              </a:gs>
              <a:gs pos="100000">
                <a:srgbClr val="AAE7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7996" rotWithShape="0" algn="bl" dir="6600000" dist="77996">
              <a:srgbClr val="051391">
                <a:alpha val="50000"/>
              </a:srgbClr>
            </a:outerShdw>
            <a:reflection blurRad="0" dir="5400000" dist="25999" endA="0" endPos="4000" fadeDir="5400012" kx="0" rotWithShape="0" algn="bl" stPos="0" sy="-100000" ky="0"/>
          </a:effectLst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28" name="Google Shape;628;p56"/>
          <p:cNvSpPr txBox="1"/>
          <p:nvPr>
            <p:ph type="title"/>
          </p:nvPr>
        </p:nvSpPr>
        <p:spPr>
          <a:xfrm>
            <a:off x="643700" y="673963"/>
            <a:ext cx="2658900" cy="465000"/>
          </a:xfrm>
          <a:prstGeom prst="rect">
            <a:avLst/>
          </a:prstGeom>
        </p:spPr>
        <p:txBody>
          <a:bodyPr anchorCtr="0" anchor="b" bIns="70625" lIns="70625" spcFirstLastPara="1" rIns="70625" wrap="square" tIns="706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LINKEDIN</a:t>
            </a:r>
            <a:endParaRPr sz="2472">
              <a:solidFill>
                <a:schemeClr val="lt1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629" name="Google Shape;629;p56"/>
          <p:cNvSpPr txBox="1"/>
          <p:nvPr>
            <p:ph idx="1" type="subTitle"/>
          </p:nvPr>
        </p:nvSpPr>
        <p:spPr>
          <a:xfrm>
            <a:off x="643704" y="980737"/>
            <a:ext cx="2658900" cy="383100"/>
          </a:xfrm>
          <a:prstGeom prst="rect">
            <a:avLst/>
          </a:prstGeom>
        </p:spPr>
        <p:txBody>
          <a:bodyPr anchorCtr="0" anchor="t" bIns="70625" lIns="70625" spcFirstLastPara="1" rIns="70625" wrap="square" tIns="706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REPORT</a:t>
            </a:r>
            <a:endParaRPr sz="1700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630" name="Google Shape;630;p56"/>
          <p:cNvSpPr/>
          <p:nvPr/>
        </p:nvSpPr>
        <p:spPr>
          <a:xfrm>
            <a:off x="259675" y="797839"/>
            <a:ext cx="384000" cy="211800"/>
          </a:xfrm>
          <a:prstGeom prst="roundRect">
            <a:avLst>
              <a:gd fmla="val 50000" name="adj"/>
            </a:avLst>
          </a:prstGeom>
          <a:solidFill>
            <a:srgbClr val="0066C8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31" name="Google Shape;631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674" y="841738"/>
            <a:ext cx="124031" cy="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6"/>
          <p:cNvSpPr/>
          <p:nvPr/>
        </p:nvSpPr>
        <p:spPr>
          <a:xfrm>
            <a:off x="624246" y="1669712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624246" y="2328654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34" name="Google Shape;634;p56"/>
          <p:cNvSpPr/>
          <p:nvPr/>
        </p:nvSpPr>
        <p:spPr>
          <a:xfrm>
            <a:off x="624246" y="298758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35" name="Google Shape;635;p56"/>
          <p:cNvSpPr/>
          <p:nvPr/>
        </p:nvSpPr>
        <p:spPr>
          <a:xfrm>
            <a:off x="624246" y="364651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36" name="Google Shape;636;p56"/>
          <p:cNvSpPr txBox="1"/>
          <p:nvPr>
            <p:ph idx="1" type="subTitle"/>
          </p:nvPr>
        </p:nvSpPr>
        <p:spPr>
          <a:xfrm>
            <a:off x="1946793" y="1790232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Page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Views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37" name="Google Shape;637;p56"/>
          <p:cNvSpPr txBox="1"/>
          <p:nvPr>
            <p:ph idx="1" type="subTitle"/>
          </p:nvPr>
        </p:nvSpPr>
        <p:spPr>
          <a:xfrm>
            <a:off x="1978183" y="2460217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Unique 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Visitors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38" name="Google Shape;638;p56"/>
          <p:cNvSpPr txBox="1"/>
          <p:nvPr>
            <p:ph idx="1" type="subTitle"/>
          </p:nvPr>
        </p:nvSpPr>
        <p:spPr>
          <a:xfrm>
            <a:off x="1946793" y="3119148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Posts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39" name="Google Shape;639;p56"/>
          <p:cNvSpPr txBox="1"/>
          <p:nvPr>
            <p:ph idx="1" type="subTitle"/>
          </p:nvPr>
        </p:nvSpPr>
        <p:spPr>
          <a:xfrm>
            <a:off x="1978183" y="3778079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 Fans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40" name="Google Shape;640;p56"/>
          <p:cNvSpPr/>
          <p:nvPr/>
        </p:nvSpPr>
        <p:spPr>
          <a:xfrm>
            <a:off x="2106012" y="3526541"/>
            <a:ext cx="480600" cy="19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4250" lIns="64250" spcFirstLastPara="1" rIns="64250" wrap="square" tIns="6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+</a:t>
            </a:r>
            <a:endParaRPr sz="91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1" name="Google Shape;641;p56"/>
          <p:cNvSpPr/>
          <p:nvPr/>
        </p:nvSpPr>
        <p:spPr>
          <a:xfrm>
            <a:off x="4176075" y="55105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In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Page Views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42" name="Google Shape;642;p56"/>
          <p:cNvSpPr/>
          <p:nvPr/>
        </p:nvSpPr>
        <p:spPr>
          <a:xfrm>
            <a:off x="4176075" y="197400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In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Unique Visitors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43" name="Google Shape;643;p56"/>
          <p:cNvSpPr/>
          <p:nvPr/>
        </p:nvSpPr>
        <p:spPr>
          <a:xfrm>
            <a:off x="4176075" y="3379925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In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New Followers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aphicFrame>
        <p:nvGraphicFramePr>
          <p:cNvPr id="644" name="Google Shape;644;p56"/>
          <p:cNvGraphicFramePr/>
          <p:nvPr/>
        </p:nvGraphicFramePr>
        <p:xfrm>
          <a:off x="532875" y="175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1387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5" name="Google Shape;645;p56"/>
          <p:cNvGraphicFramePr/>
          <p:nvPr/>
        </p:nvGraphicFramePr>
        <p:xfrm>
          <a:off x="513700" y="243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474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6" name="Google Shape;646;p56"/>
          <p:cNvGraphicFramePr/>
          <p:nvPr/>
        </p:nvGraphicFramePr>
        <p:xfrm>
          <a:off x="513700" y="309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14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7" name="Google Shape;647;p56"/>
          <p:cNvGraphicFramePr/>
          <p:nvPr/>
        </p:nvGraphicFramePr>
        <p:xfrm>
          <a:off x="513700" y="377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900"/>
                <a:gridCol w="2571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2367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48" name="Google Shape;648;p56"/>
          <p:cNvGraphicFramePr/>
          <p:nvPr/>
        </p:nvGraphicFramePr>
        <p:xfrm>
          <a:off x="2149275" y="343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468000"/>
                <a:gridCol w="257150"/>
              </a:tblGrid>
              <a:tr h="15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1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205</a:t>
                      </a:r>
                      <a:endParaRPr sz="2184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9" name="Google Shape;64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55" name="Google Shape;655;p57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656" name="Google Shape;656;p57"/>
          <p:cNvSpPr/>
          <p:nvPr/>
        </p:nvSpPr>
        <p:spPr>
          <a:xfrm>
            <a:off x="513700" y="1510000"/>
            <a:ext cx="2419200" cy="2910000"/>
          </a:xfrm>
          <a:prstGeom prst="roundRect">
            <a:avLst>
              <a:gd fmla="val 6114" name="adj"/>
            </a:avLst>
          </a:prstGeom>
          <a:gradFill>
            <a:gsLst>
              <a:gs pos="0">
                <a:srgbClr val="01B1F4"/>
              </a:gs>
              <a:gs pos="64000">
                <a:srgbClr val="38C3F8"/>
              </a:gs>
              <a:gs pos="100000">
                <a:srgbClr val="AAE7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7996" rotWithShape="0" algn="bl" dir="6600000" dist="77996">
              <a:srgbClr val="051391">
                <a:alpha val="50000"/>
              </a:srgbClr>
            </a:outerShdw>
            <a:reflection blurRad="0" dir="5400000" dist="25999" endA="0" endPos="4000" fadeDir="5400012" kx="0" rotWithShape="0" algn="bl" stPos="0" sy="-100000" ky="0"/>
          </a:effectLst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57" name="Google Shape;657;p57"/>
          <p:cNvSpPr txBox="1"/>
          <p:nvPr>
            <p:ph type="title"/>
          </p:nvPr>
        </p:nvSpPr>
        <p:spPr>
          <a:xfrm>
            <a:off x="643700" y="673963"/>
            <a:ext cx="2658900" cy="465000"/>
          </a:xfrm>
          <a:prstGeom prst="rect">
            <a:avLst/>
          </a:prstGeom>
        </p:spPr>
        <p:txBody>
          <a:bodyPr anchorCtr="0" anchor="b" bIns="70625" lIns="70625" spcFirstLastPara="1" rIns="70625" wrap="square" tIns="706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TIKTOK</a:t>
            </a:r>
            <a:endParaRPr sz="2472">
              <a:solidFill>
                <a:schemeClr val="lt1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658" name="Google Shape;658;p57"/>
          <p:cNvSpPr txBox="1"/>
          <p:nvPr>
            <p:ph idx="1" type="subTitle"/>
          </p:nvPr>
        </p:nvSpPr>
        <p:spPr>
          <a:xfrm>
            <a:off x="643704" y="980737"/>
            <a:ext cx="2658900" cy="383100"/>
          </a:xfrm>
          <a:prstGeom prst="rect">
            <a:avLst/>
          </a:prstGeom>
        </p:spPr>
        <p:txBody>
          <a:bodyPr anchorCtr="0" anchor="t" bIns="70625" lIns="70625" spcFirstLastPara="1" rIns="70625" wrap="square" tIns="706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REPORT</a:t>
            </a:r>
            <a:endParaRPr sz="1700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659" name="Google Shape;659;p57"/>
          <p:cNvSpPr/>
          <p:nvPr/>
        </p:nvSpPr>
        <p:spPr>
          <a:xfrm>
            <a:off x="259675" y="797839"/>
            <a:ext cx="384000" cy="2118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60" name="Google Shape;66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74" y="841738"/>
            <a:ext cx="124031" cy="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7"/>
          <p:cNvSpPr/>
          <p:nvPr/>
        </p:nvSpPr>
        <p:spPr>
          <a:xfrm>
            <a:off x="624246" y="1669712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624246" y="2328654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3" name="Google Shape;663;p57"/>
          <p:cNvSpPr/>
          <p:nvPr/>
        </p:nvSpPr>
        <p:spPr>
          <a:xfrm>
            <a:off x="624246" y="298758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4" name="Google Shape;664;p57"/>
          <p:cNvSpPr/>
          <p:nvPr/>
        </p:nvSpPr>
        <p:spPr>
          <a:xfrm>
            <a:off x="624246" y="364651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65" name="Google Shape;665;p57"/>
          <p:cNvSpPr txBox="1"/>
          <p:nvPr>
            <p:ph idx="1" type="subTitle"/>
          </p:nvPr>
        </p:nvSpPr>
        <p:spPr>
          <a:xfrm>
            <a:off x="1946793" y="1790232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Views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66" name="Google Shape;666;p57"/>
          <p:cNvSpPr txBox="1"/>
          <p:nvPr>
            <p:ph idx="1" type="subTitle"/>
          </p:nvPr>
        </p:nvSpPr>
        <p:spPr>
          <a:xfrm>
            <a:off x="1978183" y="2460217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New Likes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67" name="Google Shape;667;p57"/>
          <p:cNvSpPr txBox="1"/>
          <p:nvPr>
            <p:ph idx="1" type="subTitle"/>
          </p:nvPr>
        </p:nvSpPr>
        <p:spPr>
          <a:xfrm>
            <a:off x="1946793" y="3119148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Interactions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668" name="Google Shape;668;p57"/>
          <p:cNvSpPr txBox="1"/>
          <p:nvPr>
            <p:ph idx="1" type="subTitle"/>
          </p:nvPr>
        </p:nvSpPr>
        <p:spPr>
          <a:xfrm>
            <a:off x="1978183" y="3778079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 Fans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pic>
        <p:nvPicPr>
          <p:cNvPr id="669" name="Google Shape;669;p5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0200" y="566950"/>
            <a:ext cx="3840003" cy="1106673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0" name="Google Shape;670;p57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200" y="1998725"/>
            <a:ext cx="3840082" cy="1183525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71" name="Google Shape;671;p57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200" y="3396950"/>
            <a:ext cx="3840011" cy="1183525"/>
          </a:xfrm>
          <a:prstGeom prst="rect">
            <a:avLst/>
          </a:prstGeom>
          <a:noFill/>
          <a:ln cap="flat" cmpd="sng" w="58575">
            <a:solidFill>
              <a:srgbClr val="0C5CA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2" name="Google Shape;672;p57"/>
          <p:cNvSpPr/>
          <p:nvPr/>
        </p:nvSpPr>
        <p:spPr>
          <a:xfrm>
            <a:off x="4176075" y="55105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Tk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Total Views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73" name="Google Shape;673;p57"/>
          <p:cNvSpPr/>
          <p:nvPr/>
        </p:nvSpPr>
        <p:spPr>
          <a:xfrm>
            <a:off x="4176075" y="1974000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Tk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Total Interactions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sp>
        <p:nvSpPr>
          <p:cNvPr id="674" name="Google Shape;674;p57"/>
          <p:cNvSpPr/>
          <p:nvPr/>
        </p:nvSpPr>
        <p:spPr>
          <a:xfrm>
            <a:off x="4176075" y="3379925"/>
            <a:ext cx="1608900" cy="182700"/>
          </a:xfrm>
          <a:prstGeom prst="roundRect">
            <a:avLst>
              <a:gd fmla="val 20909" name="adj"/>
            </a:avLst>
          </a:prstGeom>
          <a:solidFill>
            <a:srgbClr val="0C5CA6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ix Madefor Display ExtraBold"/>
                <a:ea typeface="Wix Madefor Display ExtraBold"/>
                <a:cs typeface="Wix Madefor Display ExtraBold"/>
                <a:sym typeface="Wix Madefor Display ExtraBold"/>
              </a:rPr>
              <a:t>Tk </a:t>
            </a:r>
            <a:r>
              <a:rPr lang="en" sz="1000">
                <a:solidFill>
                  <a:schemeClr val="lt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New Followers</a:t>
            </a:r>
            <a:endParaRPr sz="1000">
              <a:solidFill>
                <a:schemeClr val="lt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graphicFrame>
        <p:nvGraphicFramePr>
          <p:cNvPr id="675" name="Google Shape;675;p57"/>
          <p:cNvGraphicFramePr/>
          <p:nvPr/>
        </p:nvGraphicFramePr>
        <p:xfrm>
          <a:off x="513700" y="1790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7864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6" name="Google Shape;676;p57"/>
          <p:cNvGraphicFramePr/>
          <p:nvPr/>
        </p:nvGraphicFramePr>
        <p:xfrm>
          <a:off x="513700" y="243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246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7" name="Google Shape;677;p57"/>
          <p:cNvGraphicFramePr/>
          <p:nvPr/>
        </p:nvGraphicFramePr>
        <p:xfrm>
          <a:off x="513700" y="3096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850"/>
                <a:gridCol w="25715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8168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78" name="Google Shape;678;p57"/>
          <p:cNvGraphicFramePr/>
          <p:nvPr/>
        </p:nvGraphicFramePr>
        <p:xfrm>
          <a:off x="513700" y="375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1647900"/>
                <a:gridCol w="257100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84">
                          <a:solidFill>
                            <a:srgbClr val="00007C"/>
                          </a:solidFill>
                          <a:latin typeface="Work Sans ExtraBold"/>
                          <a:ea typeface="Work Sans ExtraBold"/>
                          <a:cs typeface="Work Sans ExtraBold"/>
                          <a:sym typeface="Work Sans ExtraBold"/>
                        </a:rPr>
                        <a:t>1622</a:t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9" name="Google Shape;679;p57"/>
          <p:cNvSpPr/>
          <p:nvPr/>
        </p:nvSpPr>
        <p:spPr>
          <a:xfrm>
            <a:off x="2106012" y="3526541"/>
            <a:ext cx="480600" cy="192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64250" lIns="64250" spcFirstLastPara="1" rIns="64250" wrap="square" tIns="6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+</a:t>
            </a:r>
            <a:endParaRPr sz="91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aphicFrame>
        <p:nvGraphicFramePr>
          <p:cNvPr id="680" name="Google Shape;680;p57"/>
          <p:cNvGraphicFramePr/>
          <p:nvPr/>
        </p:nvGraphicFramePr>
        <p:xfrm>
          <a:off x="2184575" y="343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{50C3C4FA-F288-4CF1-B493-564A4904BD77}</a:tableStyleId>
              </a:tblPr>
              <a:tblGrid>
                <a:gridCol w="360725"/>
                <a:gridCol w="360725"/>
              </a:tblGrid>
              <a:tr h="9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26</a:t>
                      </a:r>
                      <a:endParaRPr sz="900">
                        <a:solidFill>
                          <a:schemeClr val="lt1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84">
                        <a:solidFill>
                          <a:srgbClr val="00007C"/>
                        </a:solidFill>
                        <a:latin typeface="Work Sans ExtraBold"/>
                        <a:ea typeface="Work Sans ExtraBold"/>
                        <a:cs typeface="Work Sans ExtraBold"/>
                        <a:sym typeface="Work Sans ExtraBol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86" name="Google Shape;686;p58"/>
          <p:cNvSpPr txBox="1"/>
          <p:nvPr/>
        </p:nvSpPr>
        <p:spPr>
          <a:xfrm>
            <a:off x="4368875" y="399025"/>
            <a:ext cx="34008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Mini SOP</a:t>
            </a:r>
            <a:endParaRPr sz="23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687" name="Google Shape;687;p58"/>
          <p:cNvSpPr txBox="1"/>
          <p:nvPr/>
        </p:nvSpPr>
        <p:spPr>
          <a:xfrm>
            <a:off x="4006925" y="2567150"/>
            <a:ext cx="41247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How updates the data of the Report</a:t>
            </a:r>
            <a:b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</a:br>
            <a:b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1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Fill the cell in Master Data Sheets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2</a:t>
            </a: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In the Presentation go to “Tool” select  ”Linked Object”, refresh the tab, go down and Clic “Update All”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3</a:t>
            </a: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Verificate if all the data is correct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88" name="Google Shape;688;p58"/>
          <p:cNvSpPr txBox="1"/>
          <p:nvPr/>
        </p:nvSpPr>
        <p:spPr>
          <a:xfrm>
            <a:off x="4006875" y="995675"/>
            <a:ext cx="41247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How create a New Report</a:t>
            </a:r>
            <a:endParaRPr b="1" sz="13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1</a:t>
            </a:r>
            <a:endParaRPr b="1"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Take the presentation with Objects Linked and Duplicate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2</a:t>
            </a:r>
            <a:endParaRPr b="1"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If you take a presentation of a past Month, verificate unlinked the data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Step 3</a:t>
            </a:r>
            <a:endParaRPr b="1"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7C"/>
                </a:solidFill>
                <a:latin typeface="Catamaran"/>
                <a:ea typeface="Catamaran"/>
                <a:cs typeface="Catamaran"/>
                <a:sym typeface="Catamaran"/>
              </a:rPr>
              <a:t>Updat All data in the new Report</a:t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7C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309500" y="307450"/>
            <a:ext cx="1241100" cy="274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7C"/>
                </a:solidFill>
                <a:latin typeface="Jost Medium"/>
                <a:ea typeface="Jost Medium"/>
                <a:cs typeface="Jost Medium"/>
                <a:sym typeface="Jost Medium"/>
              </a:rPr>
              <a:t>JANUARY</a:t>
            </a:r>
            <a:r>
              <a:rPr lang="en" sz="700">
                <a:solidFill>
                  <a:srgbClr val="00007C"/>
                </a:solidFill>
                <a:latin typeface="Jost Black"/>
                <a:ea typeface="Jost Black"/>
                <a:cs typeface="Jost Black"/>
                <a:sym typeface="Jost Black"/>
              </a:rPr>
              <a:t> 2026</a:t>
            </a:r>
            <a:endParaRPr sz="700">
              <a:solidFill>
                <a:srgbClr val="00007C"/>
              </a:solidFill>
              <a:latin typeface="Jost Black"/>
              <a:ea typeface="Jost Black"/>
              <a:cs typeface="Jost Black"/>
              <a:sym typeface="Jost Black"/>
            </a:endParaRPr>
          </a:p>
        </p:txBody>
      </p:sp>
      <p:sp>
        <p:nvSpPr>
          <p:cNvPr id="690" name="Google Shape;690;p58"/>
          <p:cNvSpPr/>
          <p:nvPr/>
        </p:nvSpPr>
        <p:spPr>
          <a:xfrm>
            <a:off x="513700" y="1510000"/>
            <a:ext cx="2419200" cy="2910000"/>
          </a:xfrm>
          <a:prstGeom prst="roundRect">
            <a:avLst>
              <a:gd fmla="val 6114" name="adj"/>
            </a:avLst>
          </a:prstGeom>
          <a:gradFill>
            <a:gsLst>
              <a:gs pos="0">
                <a:srgbClr val="01B1F4"/>
              </a:gs>
              <a:gs pos="64000">
                <a:srgbClr val="38C3F8"/>
              </a:gs>
              <a:gs pos="100000">
                <a:srgbClr val="AAE7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77996" rotWithShape="0" algn="bl" dir="6600000" dist="77996">
              <a:srgbClr val="051391">
                <a:alpha val="50000"/>
              </a:srgbClr>
            </a:outerShdw>
            <a:reflection blurRad="0" dir="5400000" dist="25999" endA="0" endPos="4000" fadeDir="5400012" kx="0" rotWithShape="0" algn="bl" stPos="0" sy="-100000" ky="0"/>
          </a:effectLst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91" name="Google Shape;691;p58"/>
          <p:cNvSpPr txBox="1"/>
          <p:nvPr>
            <p:ph type="title"/>
          </p:nvPr>
        </p:nvSpPr>
        <p:spPr>
          <a:xfrm>
            <a:off x="643700" y="673963"/>
            <a:ext cx="2658900" cy="465000"/>
          </a:xfrm>
          <a:prstGeom prst="rect">
            <a:avLst/>
          </a:prstGeom>
        </p:spPr>
        <p:txBody>
          <a:bodyPr anchorCtr="0" anchor="b" bIns="70625" lIns="70625" spcFirstLastPara="1" rIns="70625" wrap="square" tIns="706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solidFill>
                  <a:schemeClr val="lt1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FORMAT</a:t>
            </a:r>
            <a:endParaRPr sz="2472">
              <a:solidFill>
                <a:schemeClr val="lt1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692" name="Google Shape;692;p58"/>
          <p:cNvSpPr txBox="1"/>
          <p:nvPr>
            <p:ph idx="1" type="subTitle"/>
          </p:nvPr>
        </p:nvSpPr>
        <p:spPr>
          <a:xfrm>
            <a:off x="643704" y="980737"/>
            <a:ext cx="2658900" cy="383100"/>
          </a:xfrm>
          <a:prstGeom prst="rect">
            <a:avLst/>
          </a:prstGeom>
        </p:spPr>
        <p:txBody>
          <a:bodyPr anchorCtr="0" anchor="t" bIns="70625" lIns="70625" spcFirstLastPara="1" rIns="70625" wrap="square" tIns="706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REPORT</a:t>
            </a:r>
            <a:endParaRPr sz="1700">
              <a:solidFill>
                <a:schemeClr val="lt1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259675" y="797839"/>
            <a:ext cx="384000" cy="211800"/>
          </a:xfrm>
          <a:prstGeom prst="roundRect">
            <a:avLst>
              <a:gd fmla="val 50000" name="adj"/>
            </a:avLst>
          </a:prstGeom>
          <a:solidFill>
            <a:srgbClr val="0066C8"/>
          </a:solidFill>
          <a:ln>
            <a:noFill/>
          </a:ln>
        </p:spPr>
        <p:txBody>
          <a:bodyPr anchorCtr="0" anchor="ctr" bIns="70625" lIns="70625" spcFirstLastPara="1" rIns="70625" wrap="square" tIns="70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82"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694" name="Google Shape;6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74" y="841738"/>
            <a:ext cx="124031" cy="12403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8"/>
          <p:cNvSpPr/>
          <p:nvPr/>
        </p:nvSpPr>
        <p:spPr>
          <a:xfrm>
            <a:off x="624246" y="1669712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96" name="Google Shape;696;p58"/>
          <p:cNvSpPr/>
          <p:nvPr/>
        </p:nvSpPr>
        <p:spPr>
          <a:xfrm>
            <a:off x="624246" y="2328654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624246" y="298758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98" name="Google Shape;698;p58"/>
          <p:cNvSpPr/>
          <p:nvPr/>
        </p:nvSpPr>
        <p:spPr>
          <a:xfrm>
            <a:off x="624246" y="3646515"/>
            <a:ext cx="2198100" cy="58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8675">
            <a:solidFill>
              <a:srgbClr val="BDD0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175" lIns="83175" spcFirstLastPara="1" rIns="83175" wrap="square" tIns="83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4"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699" name="Google Shape;699;p58"/>
          <p:cNvSpPr txBox="1"/>
          <p:nvPr/>
        </p:nvSpPr>
        <p:spPr>
          <a:xfrm>
            <a:off x="749349" y="1733457"/>
            <a:ext cx="962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84">
                <a:solidFill>
                  <a:srgbClr val="00007C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53,142</a:t>
            </a:r>
            <a:endParaRPr sz="2184">
              <a:solidFill>
                <a:srgbClr val="00007C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700" name="Google Shape;700;p58"/>
          <p:cNvSpPr/>
          <p:nvPr/>
        </p:nvSpPr>
        <p:spPr>
          <a:xfrm>
            <a:off x="1946790" y="1577215"/>
            <a:ext cx="644700" cy="192600"/>
          </a:xfrm>
          <a:prstGeom prst="roundRect">
            <a:avLst>
              <a:gd fmla="val 50000" name="adj"/>
            </a:avLst>
          </a:prstGeom>
          <a:solidFill>
            <a:srgbClr val="051391"/>
          </a:solidFill>
          <a:ln>
            <a:noFill/>
          </a:ln>
        </p:spPr>
        <p:txBody>
          <a:bodyPr anchorCtr="0" anchor="ctr" bIns="64250" lIns="64250" spcFirstLastPara="1" rIns="64250" wrap="square" tIns="6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+140.5%</a:t>
            </a:r>
            <a:endParaRPr sz="91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701" name="Google Shape;701;p58"/>
          <p:cNvSpPr txBox="1"/>
          <p:nvPr>
            <p:ph idx="1" type="subTitle"/>
          </p:nvPr>
        </p:nvSpPr>
        <p:spPr>
          <a:xfrm>
            <a:off x="1851893" y="1790232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Reach/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Viewers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02" name="Google Shape;702;p58"/>
          <p:cNvSpPr txBox="1"/>
          <p:nvPr/>
        </p:nvSpPr>
        <p:spPr>
          <a:xfrm>
            <a:off x="780738" y="2403443"/>
            <a:ext cx="962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66">
                <a:solidFill>
                  <a:srgbClr val="00007C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148</a:t>
            </a:r>
            <a:endParaRPr sz="2366">
              <a:solidFill>
                <a:srgbClr val="00007C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703" name="Google Shape;703;p58"/>
          <p:cNvSpPr txBox="1"/>
          <p:nvPr>
            <p:ph idx="1" type="subTitle"/>
          </p:nvPr>
        </p:nvSpPr>
        <p:spPr>
          <a:xfrm>
            <a:off x="1883283" y="2460217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Feed &amp; Reels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Interactions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04" name="Google Shape;704;p58"/>
          <p:cNvSpPr txBox="1"/>
          <p:nvPr/>
        </p:nvSpPr>
        <p:spPr>
          <a:xfrm>
            <a:off x="749349" y="3062374"/>
            <a:ext cx="962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66">
                <a:solidFill>
                  <a:srgbClr val="00007C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24</a:t>
            </a:r>
            <a:endParaRPr sz="2366">
              <a:solidFill>
                <a:srgbClr val="00007C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705" name="Google Shape;705;p58"/>
          <p:cNvSpPr txBox="1"/>
          <p:nvPr>
            <p:ph idx="1" type="subTitle"/>
          </p:nvPr>
        </p:nvSpPr>
        <p:spPr>
          <a:xfrm>
            <a:off x="1851893" y="3119148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Posts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06" name="Google Shape;706;p58"/>
          <p:cNvSpPr txBox="1"/>
          <p:nvPr/>
        </p:nvSpPr>
        <p:spPr>
          <a:xfrm>
            <a:off x="780738" y="3721305"/>
            <a:ext cx="9624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66">
                <a:solidFill>
                  <a:srgbClr val="00007C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3,902</a:t>
            </a:r>
            <a:endParaRPr sz="2366">
              <a:solidFill>
                <a:srgbClr val="00007C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sp>
        <p:nvSpPr>
          <p:cNvPr id="707" name="Google Shape;707;p58"/>
          <p:cNvSpPr txBox="1"/>
          <p:nvPr>
            <p:ph idx="1" type="subTitle"/>
          </p:nvPr>
        </p:nvSpPr>
        <p:spPr>
          <a:xfrm>
            <a:off x="1883283" y="3778079"/>
            <a:ext cx="845400" cy="34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latin typeface="Wix Madefor Display SemiBold"/>
                <a:ea typeface="Wix Madefor Display SemiBold"/>
                <a:cs typeface="Wix Madefor Display SemiBold"/>
                <a:sym typeface="Wix Madefor Display SemiBold"/>
              </a:rPr>
              <a:t>Total Fans</a:t>
            </a:r>
            <a:endParaRPr sz="910">
              <a:latin typeface="Wix Madefor Display SemiBold"/>
              <a:ea typeface="Wix Madefor Display SemiBold"/>
              <a:cs typeface="Wix Madefor Display SemiBold"/>
              <a:sym typeface="Wix Madefor Display SemiBold"/>
            </a:endParaRPr>
          </a:p>
        </p:txBody>
      </p:sp>
      <p:sp>
        <p:nvSpPr>
          <p:cNvPr id="708" name="Google Shape;708;p58"/>
          <p:cNvSpPr/>
          <p:nvPr/>
        </p:nvSpPr>
        <p:spPr>
          <a:xfrm>
            <a:off x="2106012" y="3526541"/>
            <a:ext cx="480600" cy="192600"/>
          </a:xfrm>
          <a:prstGeom prst="roundRect">
            <a:avLst>
              <a:gd fmla="val 50000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64250" lIns="64250" spcFirstLastPara="1" rIns="64250" wrap="square" tIns="64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1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+223</a:t>
            </a:r>
            <a:endParaRPr sz="91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